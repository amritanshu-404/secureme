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8" r:id="rId6"/>
    <p:sldId id="257" r:id="rId7"/>
    <p:sldId id="314" r:id="rId8"/>
    <p:sldId id="313" r:id="rId9"/>
    <p:sldId id="265" r:id="rId10"/>
    <p:sldId id="262" r:id="rId11"/>
    <p:sldId id="268" r:id="rId12"/>
    <p:sldId id="271" r:id="rId13"/>
    <p:sldId id="312" r:id="rId14"/>
  </p:sldIdLst>
  <p:sldSz cx="9144000" cy="5143500"/>
  <p:notesSz cx="6858000" cy="9144000"/>
  <p:embeddedFontLst>
    <p:embeddedFont>
      <p:font typeface="IBM Plex Sans" panose="020B0503050203000203"/>
      <p:regular r:id="rId18"/>
    </p:embeddedFont>
    <p:embeddedFont>
      <p:font typeface="Bai Jamjuree" panose="00000500000000000000"/>
      <p:regular r:id="rId19"/>
    </p:embeddedFont>
    <p:embeddedFont>
      <p:font typeface="PT Sans" panose="020B0503020203020204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62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66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38a19fce83_0_2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38a19fce83_0_2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38d76d7c2d_0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38d76d7c2d_0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138c0ad3a5c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138c0ad3a5c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38c0ad3a5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138c0ad3a5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38c0ad3a5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138c0ad3a5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38c0ad3a5c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38c0ad3a5c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38c0ad3a5c_0_1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138c0ad3a5c_0_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138c0ad3a5c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138c0ad3a5c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38c0ad3a5c_0_1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138c0ad3a5c_0_1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138c0ad3a5c_0_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138c0ad3a5c_0_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38c0ad3a5c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38c0ad3a5c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730550" y="741125"/>
            <a:ext cx="3504600" cy="277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6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type="subTitle" idx="1"/>
          </p:nvPr>
        </p:nvSpPr>
        <p:spPr>
          <a:xfrm>
            <a:off x="4730550" y="3507931"/>
            <a:ext cx="3079800" cy="6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761851" y="2024375"/>
            <a:ext cx="4658400" cy="15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type="title" idx="2" hasCustomPrompt="1"/>
          </p:nvPr>
        </p:nvSpPr>
        <p:spPr>
          <a:xfrm>
            <a:off x="761850" y="953675"/>
            <a:ext cx="4658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type="subTitle" idx="1"/>
          </p:nvPr>
        </p:nvSpPr>
        <p:spPr>
          <a:xfrm>
            <a:off x="761851" y="3814825"/>
            <a:ext cx="4658400" cy="375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body" idx="1"/>
          </p:nvPr>
        </p:nvSpPr>
        <p:spPr>
          <a:xfrm>
            <a:off x="661350" y="1209625"/>
            <a:ext cx="78213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0A2"/>
              </a:buClr>
              <a:buSzPts val="1200"/>
              <a:buFont typeface="Cabin"/>
              <a:buChar char="●"/>
              <a:defRPr sz="15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 sz="15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 sz="15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9pPr>
          </a:lstStyle>
          <a:p/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2" name="Google Shape;22;p4"/>
          <p:cNvGrpSpPr/>
          <p:nvPr/>
        </p:nvGrpSpPr>
        <p:grpSpPr>
          <a:xfrm flipH="1">
            <a:off x="7422614" y="-925365"/>
            <a:ext cx="1954117" cy="1954117"/>
            <a:chOff x="367385" y="2587838"/>
            <a:chExt cx="2501110" cy="2501110"/>
          </a:xfrm>
        </p:grpSpPr>
        <p:sp>
          <p:nvSpPr>
            <p:cNvPr id="23" name="Google Shape;23;p4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" name="Google Shape;32;p4"/>
          <p:cNvGrpSpPr/>
          <p:nvPr/>
        </p:nvGrpSpPr>
        <p:grpSpPr>
          <a:xfrm flipH="1">
            <a:off x="-272087" y="3155995"/>
            <a:ext cx="781048" cy="781396"/>
            <a:chOff x="369195" y="1138234"/>
            <a:chExt cx="1250276" cy="1250833"/>
          </a:xfrm>
        </p:grpSpPr>
        <p:sp>
          <p:nvSpPr>
            <p:cNvPr id="33" name="Google Shape;33;p4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" name="Google Shape;42;p4"/>
          <p:cNvGrpSpPr/>
          <p:nvPr/>
        </p:nvGrpSpPr>
        <p:grpSpPr>
          <a:xfrm rot="-8906330">
            <a:off x="125570" y="4449822"/>
            <a:ext cx="668364" cy="668662"/>
            <a:chOff x="369195" y="1138234"/>
            <a:chExt cx="1250276" cy="1250833"/>
          </a:xfrm>
        </p:grpSpPr>
        <p:sp>
          <p:nvSpPr>
            <p:cNvPr id="43" name="Google Shape;43;p4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subTitle" idx="1"/>
          </p:nvPr>
        </p:nvSpPr>
        <p:spPr>
          <a:xfrm>
            <a:off x="4924424" y="3209422"/>
            <a:ext cx="29352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4" name="Google Shape;54;p5"/>
          <p:cNvSpPr txBox="1"/>
          <p:nvPr>
            <p:ph type="subTitle" idx="2"/>
          </p:nvPr>
        </p:nvSpPr>
        <p:spPr>
          <a:xfrm>
            <a:off x="1284375" y="3209423"/>
            <a:ext cx="29379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5" name="Google Shape;55;p5"/>
          <p:cNvSpPr txBox="1"/>
          <p:nvPr>
            <p:ph type="subTitle" idx="3"/>
          </p:nvPr>
        </p:nvSpPr>
        <p:spPr>
          <a:xfrm>
            <a:off x="1284375" y="2721800"/>
            <a:ext cx="29379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type="subTitle" idx="4"/>
          </p:nvPr>
        </p:nvSpPr>
        <p:spPr>
          <a:xfrm>
            <a:off x="4924424" y="2721800"/>
            <a:ext cx="29352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8" name="Google Shape;58;p5"/>
          <p:cNvGrpSpPr/>
          <p:nvPr/>
        </p:nvGrpSpPr>
        <p:grpSpPr>
          <a:xfrm rot="1216785">
            <a:off x="-283497" y="3543937"/>
            <a:ext cx="1490482" cy="1839556"/>
            <a:chOff x="7317341" y="3117397"/>
            <a:chExt cx="1490500" cy="1839578"/>
          </a:xfrm>
        </p:grpSpPr>
        <p:sp>
          <p:nvSpPr>
            <p:cNvPr id="59" name="Google Shape;59;p5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5" name="Google Shape;65;p5"/>
          <p:cNvGrpSpPr/>
          <p:nvPr/>
        </p:nvGrpSpPr>
        <p:grpSpPr>
          <a:xfrm flipH="1">
            <a:off x="7787932" y="3825766"/>
            <a:ext cx="1954117" cy="1954117"/>
            <a:chOff x="367385" y="2587838"/>
            <a:chExt cx="2501110" cy="2501110"/>
          </a:xfrm>
        </p:grpSpPr>
        <p:sp>
          <p:nvSpPr>
            <p:cNvPr id="66" name="Google Shape;66;p5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" name="Google Shape;75;p5"/>
          <p:cNvGrpSpPr/>
          <p:nvPr/>
        </p:nvGrpSpPr>
        <p:grpSpPr>
          <a:xfrm rot="1893670">
            <a:off x="8025322" y="22129"/>
            <a:ext cx="668364" cy="668662"/>
            <a:chOff x="369195" y="1138234"/>
            <a:chExt cx="1250276" cy="1250833"/>
          </a:xfrm>
        </p:grpSpPr>
        <p:sp>
          <p:nvSpPr>
            <p:cNvPr id="76" name="Google Shape;76;p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" name="Google Shape;85;p5"/>
          <p:cNvGrpSpPr/>
          <p:nvPr/>
        </p:nvGrpSpPr>
        <p:grpSpPr>
          <a:xfrm rot="1893381">
            <a:off x="8517237" y="632495"/>
            <a:ext cx="495488" cy="495709"/>
            <a:chOff x="369195" y="1138234"/>
            <a:chExt cx="1250276" cy="1250833"/>
          </a:xfrm>
        </p:grpSpPr>
        <p:sp>
          <p:nvSpPr>
            <p:cNvPr id="86" name="Google Shape;86;p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" name="Google Shape;95;p5"/>
          <p:cNvGrpSpPr/>
          <p:nvPr/>
        </p:nvGrpSpPr>
        <p:grpSpPr>
          <a:xfrm rot="1893622">
            <a:off x="-498283" y="-567520"/>
            <a:ext cx="1334666" cy="1334666"/>
            <a:chOff x="367385" y="2587838"/>
            <a:chExt cx="2501110" cy="2501110"/>
          </a:xfrm>
        </p:grpSpPr>
        <p:sp>
          <p:nvSpPr>
            <p:cNvPr id="96" name="Google Shape;96;p5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6"/>
          <p:cNvGrpSpPr/>
          <p:nvPr/>
        </p:nvGrpSpPr>
        <p:grpSpPr>
          <a:xfrm>
            <a:off x="-765650" y="-756484"/>
            <a:ext cx="1954117" cy="1954117"/>
            <a:chOff x="367385" y="2587838"/>
            <a:chExt cx="2501110" cy="2501110"/>
          </a:xfrm>
        </p:grpSpPr>
        <p:sp>
          <p:nvSpPr>
            <p:cNvPr id="107" name="Google Shape;107;p6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6" name="Google Shape;116;p6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118" name="Google Shape;118;p6"/>
          <p:cNvGrpSpPr/>
          <p:nvPr/>
        </p:nvGrpSpPr>
        <p:grpSpPr>
          <a:xfrm>
            <a:off x="8277227" y="178727"/>
            <a:ext cx="495484" cy="495705"/>
            <a:chOff x="369195" y="1138234"/>
            <a:chExt cx="1250276" cy="1250833"/>
          </a:xfrm>
        </p:grpSpPr>
        <p:sp>
          <p:nvSpPr>
            <p:cNvPr id="119" name="Google Shape;119;p6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" name="Google Shape;128;p6"/>
          <p:cNvGrpSpPr/>
          <p:nvPr/>
        </p:nvGrpSpPr>
        <p:grpSpPr>
          <a:xfrm>
            <a:off x="8561102" y="674427"/>
            <a:ext cx="495484" cy="495705"/>
            <a:chOff x="369195" y="1138234"/>
            <a:chExt cx="1250276" cy="1250833"/>
          </a:xfrm>
        </p:grpSpPr>
        <p:sp>
          <p:nvSpPr>
            <p:cNvPr id="129" name="Google Shape;129;p6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body" idx="1"/>
          </p:nvPr>
        </p:nvSpPr>
        <p:spPr>
          <a:xfrm>
            <a:off x="4572000" y="1602750"/>
            <a:ext cx="3866400" cy="26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5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0" name="Google Shape;140;p7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1" name="Google Shape;141;p7"/>
          <p:cNvGrpSpPr/>
          <p:nvPr/>
        </p:nvGrpSpPr>
        <p:grpSpPr>
          <a:xfrm>
            <a:off x="8000411" y="-145518"/>
            <a:ext cx="1753778" cy="1753778"/>
            <a:chOff x="367385" y="2587838"/>
            <a:chExt cx="2501110" cy="2501110"/>
          </a:xfrm>
        </p:grpSpPr>
        <p:sp>
          <p:nvSpPr>
            <p:cNvPr id="142" name="Google Shape;142;p7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8"/>
          <p:cNvSpPr txBox="1"/>
          <p:nvPr>
            <p:ph type="title"/>
          </p:nvPr>
        </p:nvSpPr>
        <p:spPr>
          <a:xfrm>
            <a:off x="997500" y="990600"/>
            <a:ext cx="7149000" cy="3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1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4" name="Google Shape;15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832425" y="1281000"/>
            <a:ext cx="3710400" cy="7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9"/>
          <p:cNvSpPr txBox="1"/>
          <p:nvPr>
            <p:ph type="subTitle" idx="1"/>
          </p:nvPr>
        </p:nvSpPr>
        <p:spPr>
          <a:xfrm>
            <a:off x="832425" y="2078700"/>
            <a:ext cx="3710400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58" name="Google Shape;158;p9"/>
          <p:cNvGrpSpPr/>
          <p:nvPr/>
        </p:nvGrpSpPr>
        <p:grpSpPr>
          <a:xfrm>
            <a:off x="-261784" y="3599197"/>
            <a:ext cx="1490500" cy="1839578"/>
            <a:chOff x="7317341" y="3117397"/>
            <a:chExt cx="1490500" cy="1839578"/>
          </a:xfrm>
        </p:grpSpPr>
        <p:sp>
          <p:nvSpPr>
            <p:cNvPr id="159" name="Google Shape;159;p9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713225" y="3960700"/>
            <a:ext cx="7722600" cy="7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11"/>
          <p:cNvSpPr txBox="1"/>
          <p:nvPr>
            <p:ph type="title" hasCustomPrompt="1"/>
          </p:nvPr>
        </p:nvSpPr>
        <p:spPr>
          <a:xfrm>
            <a:off x="807750" y="1021550"/>
            <a:ext cx="4458000" cy="16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0" name="Google Shape;170;p11"/>
          <p:cNvSpPr txBox="1"/>
          <p:nvPr>
            <p:ph type="subTitle" idx="1"/>
          </p:nvPr>
        </p:nvSpPr>
        <p:spPr>
          <a:xfrm>
            <a:off x="807750" y="2687575"/>
            <a:ext cx="32868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715085" y="1880546"/>
            <a:ext cx="36879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13"/>
          <p:cNvSpPr txBox="1"/>
          <p:nvPr>
            <p:ph type="title" idx="2" hasCustomPrompt="1"/>
          </p:nvPr>
        </p:nvSpPr>
        <p:spPr>
          <a:xfrm>
            <a:off x="715033" y="1396503"/>
            <a:ext cx="36834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/>
          <p:nvPr>
            <p:ph type="subTitle" idx="1"/>
          </p:nvPr>
        </p:nvSpPr>
        <p:spPr>
          <a:xfrm>
            <a:off x="715085" y="2258548"/>
            <a:ext cx="36879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3"/>
          <p:cNvSpPr txBox="1"/>
          <p:nvPr>
            <p:ph type="title" idx="3"/>
          </p:nvPr>
        </p:nvSpPr>
        <p:spPr>
          <a:xfrm>
            <a:off x="4745559" y="1880551"/>
            <a:ext cx="36834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13"/>
          <p:cNvSpPr txBox="1"/>
          <p:nvPr>
            <p:ph type="title" idx="4" hasCustomPrompt="1"/>
          </p:nvPr>
        </p:nvSpPr>
        <p:spPr>
          <a:xfrm>
            <a:off x="4745559" y="1396528"/>
            <a:ext cx="36849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/>
          <p:nvPr>
            <p:ph type="subTitle" idx="5"/>
          </p:nvPr>
        </p:nvSpPr>
        <p:spPr>
          <a:xfrm>
            <a:off x="4745559" y="2258552"/>
            <a:ext cx="36831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type="title" idx="6"/>
          </p:nvPr>
        </p:nvSpPr>
        <p:spPr>
          <a:xfrm>
            <a:off x="715085" y="3593329"/>
            <a:ext cx="36834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1" name="Google Shape;181;p13"/>
          <p:cNvSpPr txBox="1"/>
          <p:nvPr>
            <p:ph type="title" idx="7" hasCustomPrompt="1"/>
          </p:nvPr>
        </p:nvSpPr>
        <p:spPr>
          <a:xfrm>
            <a:off x="715033" y="3109308"/>
            <a:ext cx="36834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/>
          <p:nvPr>
            <p:ph type="subTitle" idx="8"/>
          </p:nvPr>
        </p:nvSpPr>
        <p:spPr>
          <a:xfrm>
            <a:off x="715085" y="3971343"/>
            <a:ext cx="36879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type="title" idx="9"/>
          </p:nvPr>
        </p:nvSpPr>
        <p:spPr>
          <a:xfrm>
            <a:off x="4745559" y="3593326"/>
            <a:ext cx="36831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4" name="Google Shape;184;p13"/>
          <p:cNvSpPr txBox="1"/>
          <p:nvPr>
            <p:ph type="title" idx="13" hasCustomPrompt="1"/>
          </p:nvPr>
        </p:nvSpPr>
        <p:spPr>
          <a:xfrm>
            <a:off x="4745567" y="3109313"/>
            <a:ext cx="36834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/>
          <p:nvPr>
            <p:ph type="subTitle" idx="14"/>
          </p:nvPr>
        </p:nvSpPr>
        <p:spPr>
          <a:xfrm>
            <a:off x="4745559" y="3971342"/>
            <a:ext cx="36831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type="title" idx="15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87" name="Google Shape;187;p13"/>
          <p:cNvGrpSpPr/>
          <p:nvPr/>
        </p:nvGrpSpPr>
        <p:grpSpPr>
          <a:xfrm>
            <a:off x="8345522" y="743952"/>
            <a:ext cx="1068361" cy="1068962"/>
            <a:chOff x="369195" y="1138234"/>
            <a:chExt cx="1250276" cy="1250833"/>
          </a:xfrm>
        </p:grpSpPr>
        <p:sp>
          <p:nvSpPr>
            <p:cNvPr id="188" name="Google Shape;188;p13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7" name="Google Shape;197;p13"/>
          <p:cNvGrpSpPr/>
          <p:nvPr/>
        </p:nvGrpSpPr>
        <p:grpSpPr>
          <a:xfrm>
            <a:off x="3542711" y="4452694"/>
            <a:ext cx="1753778" cy="1753778"/>
            <a:chOff x="367385" y="2587838"/>
            <a:chExt cx="2501110" cy="2501110"/>
          </a:xfrm>
        </p:grpSpPr>
        <p:sp>
          <p:nvSpPr>
            <p:cNvPr id="198" name="Google Shape;198;p13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7" name="Google Shape;207;p13"/>
          <p:cNvGrpSpPr/>
          <p:nvPr/>
        </p:nvGrpSpPr>
        <p:grpSpPr>
          <a:xfrm>
            <a:off x="362763" y="188894"/>
            <a:ext cx="700905" cy="701217"/>
            <a:chOff x="369195" y="1138234"/>
            <a:chExt cx="1250276" cy="1250833"/>
          </a:xfrm>
        </p:grpSpPr>
        <p:sp>
          <p:nvSpPr>
            <p:cNvPr id="208" name="Google Shape;208;p13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9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14"/>
          <p:cNvSpPr txBox="1"/>
          <p:nvPr>
            <p:ph type="title" hasCustomPrompt="1"/>
          </p:nvPr>
        </p:nvSpPr>
        <p:spPr>
          <a:xfrm>
            <a:off x="35190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0" name="Google Shape;220;p14"/>
          <p:cNvSpPr txBox="1"/>
          <p:nvPr>
            <p:ph type="subTitle" idx="1"/>
          </p:nvPr>
        </p:nvSpPr>
        <p:spPr>
          <a:xfrm>
            <a:off x="3519000" y="1439125"/>
            <a:ext cx="4696800" cy="43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221" name="Google Shape;221;p14"/>
          <p:cNvSpPr txBox="1"/>
          <p:nvPr>
            <p:ph type="title" idx="2" hasCustomPrompt="1"/>
          </p:nvPr>
        </p:nvSpPr>
        <p:spPr>
          <a:xfrm>
            <a:off x="35190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2" name="Google Shape;222;p14"/>
          <p:cNvSpPr txBox="1"/>
          <p:nvPr>
            <p:ph type="subTitle" idx="3"/>
          </p:nvPr>
        </p:nvSpPr>
        <p:spPr>
          <a:xfrm>
            <a:off x="3519000" y="2737463"/>
            <a:ext cx="4696800" cy="43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223" name="Google Shape;223;p14"/>
          <p:cNvSpPr txBox="1"/>
          <p:nvPr>
            <p:ph type="title" idx="4" hasCustomPrompt="1"/>
          </p:nvPr>
        </p:nvSpPr>
        <p:spPr>
          <a:xfrm>
            <a:off x="35190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4" name="Google Shape;224;p14"/>
          <p:cNvSpPr txBox="1"/>
          <p:nvPr>
            <p:ph type="subTitle" idx="5"/>
          </p:nvPr>
        </p:nvSpPr>
        <p:spPr>
          <a:xfrm>
            <a:off x="3519000" y="4035800"/>
            <a:ext cx="4696800" cy="43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9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subTitle" idx="1"/>
          </p:nvPr>
        </p:nvSpPr>
        <p:spPr>
          <a:xfrm flipH="1">
            <a:off x="711103" y="1735676"/>
            <a:ext cx="2931600" cy="5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5"/>
          <p:cNvSpPr txBox="1"/>
          <p:nvPr>
            <p:ph type="title" hasCustomPrompt="1"/>
          </p:nvPr>
        </p:nvSpPr>
        <p:spPr>
          <a:xfrm flipH="1">
            <a:off x="3816253" y="1210600"/>
            <a:ext cx="293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15"/>
          <p:cNvSpPr txBox="1"/>
          <p:nvPr>
            <p:ph type="subTitle" idx="2"/>
          </p:nvPr>
        </p:nvSpPr>
        <p:spPr>
          <a:xfrm flipH="1">
            <a:off x="711103" y="4042400"/>
            <a:ext cx="2931600" cy="5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5"/>
          <p:cNvSpPr txBox="1"/>
          <p:nvPr>
            <p:ph type="title" idx="3" hasCustomPrompt="1"/>
          </p:nvPr>
        </p:nvSpPr>
        <p:spPr>
          <a:xfrm flipH="1">
            <a:off x="3816253" y="3518850"/>
            <a:ext cx="293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15"/>
          <p:cNvSpPr txBox="1"/>
          <p:nvPr>
            <p:ph type="subTitle" idx="4"/>
          </p:nvPr>
        </p:nvSpPr>
        <p:spPr>
          <a:xfrm flipH="1">
            <a:off x="711103" y="2889038"/>
            <a:ext cx="2931600" cy="5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5"/>
          <p:cNvSpPr txBox="1"/>
          <p:nvPr>
            <p:ph type="title" idx="5" hasCustomPrompt="1"/>
          </p:nvPr>
        </p:nvSpPr>
        <p:spPr>
          <a:xfrm flipH="1">
            <a:off x="3816253" y="2364725"/>
            <a:ext cx="293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5"/>
          <p:cNvSpPr txBox="1"/>
          <p:nvPr>
            <p:ph type="title" idx="6"/>
          </p:nvPr>
        </p:nvSpPr>
        <p:spPr>
          <a:xfrm flipH="1">
            <a:off x="738025" y="1307950"/>
            <a:ext cx="2931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15"/>
          <p:cNvSpPr txBox="1"/>
          <p:nvPr>
            <p:ph type="title" idx="7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" name="Google Shape;234;p15"/>
          <p:cNvSpPr txBox="1"/>
          <p:nvPr>
            <p:ph type="title" idx="8"/>
          </p:nvPr>
        </p:nvSpPr>
        <p:spPr>
          <a:xfrm flipH="1">
            <a:off x="738025" y="2462075"/>
            <a:ext cx="2931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5" name="Google Shape;235;p15"/>
          <p:cNvSpPr txBox="1"/>
          <p:nvPr>
            <p:ph type="title" idx="9"/>
          </p:nvPr>
        </p:nvSpPr>
        <p:spPr>
          <a:xfrm flipH="1">
            <a:off x="738025" y="3616200"/>
            <a:ext cx="2931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236" name="Google Shape;236;p15"/>
          <p:cNvGrpSpPr/>
          <p:nvPr/>
        </p:nvGrpSpPr>
        <p:grpSpPr>
          <a:xfrm>
            <a:off x="7839863" y="-614721"/>
            <a:ext cx="1954117" cy="1954117"/>
            <a:chOff x="367385" y="2587838"/>
            <a:chExt cx="2501110" cy="2501110"/>
          </a:xfrm>
        </p:grpSpPr>
        <p:sp>
          <p:nvSpPr>
            <p:cNvPr id="237" name="Google Shape;237;p15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6" name="Google Shape;246;p15"/>
          <p:cNvGrpSpPr/>
          <p:nvPr/>
        </p:nvGrpSpPr>
        <p:grpSpPr>
          <a:xfrm rot="8906330" flipH="1">
            <a:off x="34522" y="570947"/>
            <a:ext cx="668364" cy="668662"/>
            <a:chOff x="369195" y="1138234"/>
            <a:chExt cx="1250276" cy="1250833"/>
          </a:xfrm>
        </p:grpSpPr>
        <p:sp>
          <p:nvSpPr>
            <p:cNvPr id="247" name="Google Shape;247;p1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6" name="Google Shape;256;p15"/>
          <p:cNvGrpSpPr/>
          <p:nvPr/>
        </p:nvGrpSpPr>
        <p:grpSpPr>
          <a:xfrm rot="8906619" flipH="1">
            <a:off x="465987" y="114483"/>
            <a:ext cx="495488" cy="495709"/>
            <a:chOff x="369195" y="1138234"/>
            <a:chExt cx="1250276" cy="1250833"/>
          </a:xfrm>
        </p:grpSpPr>
        <p:sp>
          <p:nvSpPr>
            <p:cNvPr id="257" name="Google Shape;257;p1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16"/>
          <p:cNvSpPr txBox="1"/>
          <p:nvPr>
            <p:ph type="title"/>
          </p:nvPr>
        </p:nvSpPr>
        <p:spPr>
          <a:xfrm>
            <a:off x="4162425" y="3541625"/>
            <a:ext cx="42600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16"/>
          <p:cNvSpPr txBox="1"/>
          <p:nvPr>
            <p:ph type="subTitle" idx="1"/>
          </p:nvPr>
        </p:nvSpPr>
        <p:spPr>
          <a:xfrm>
            <a:off x="4162425" y="1069975"/>
            <a:ext cx="4260000" cy="236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0" name="Google Shape;270;p16"/>
          <p:cNvGrpSpPr/>
          <p:nvPr/>
        </p:nvGrpSpPr>
        <p:grpSpPr>
          <a:xfrm>
            <a:off x="-489234" y="3380122"/>
            <a:ext cx="1490500" cy="1839578"/>
            <a:chOff x="7317341" y="3117397"/>
            <a:chExt cx="1490500" cy="1839578"/>
          </a:xfrm>
        </p:grpSpPr>
        <p:sp>
          <p:nvSpPr>
            <p:cNvPr id="271" name="Google Shape;271;p16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7" name="Google Shape;277;p16"/>
          <p:cNvGrpSpPr/>
          <p:nvPr/>
        </p:nvGrpSpPr>
        <p:grpSpPr>
          <a:xfrm>
            <a:off x="7833663" y="4353335"/>
            <a:ext cx="1954117" cy="1954117"/>
            <a:chOff x="367385" y="2587838"/>
            <a:chExt cx="2501110" cy="2501110"/>
          </a:xfrm>
        </p:grpSpPr>
        <p:sp>
          <p:nvSpPr>
            <p:cNvPr id="278" name="Google Shape;278;p16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9" name="Google Shape;289;p17"/>
          <p:cNvGrpSpPr/>
          <p:nvPr/>
        </p:nvGrpSpPr>
        <p:grpSpPr>
          <a:xfrm flipH="1">
            <a:off x="7712070" y="-756484"/>
            <a:ext cx="1954117" cy="1954117"/>
            <a:chOff x="367385" y="2587838"/>
            <a:chExt cx="2501110" cy="2501110"/>
          </a:xfrm>
        </p:grpSpPr>
        <p:sp>
          <p:nvSpPr>
            <p:cNvPr id="290" name="Google Shape;290;p17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99" name="Google Shape;299;p17"/>
          <p:cNvGrpSpPr/>
          <p:nvPr/>
        </p:nvGrpSpPr>
        <p:grpSpPr>
          <a:xfrm rot="-4499757" flipH="1">
            <a:off x="141064" y="4156514"/>
            <a:ext cx="495499" cy="495719"/>
            <a:chOff x="369195" y="1138234"/>
            <a:chExt cx="1250276" cy="1250833"/>
          </a:xfrm>
        </p:grpSpPr>
        <p:sp>
          <p:nvSpPr>
            <p:cNvPr id="300" name="Google Shape;300;p17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9" name="Google Shape;309;p17"/>
          <p:cNvGrpSpPr/>
          <p:nvPr/>
        </p:nvGrpSpPr>
        <p:grpSpPr>
          <a:xfrm rot="-4499757" flipH="1">
            <a:off x="546401" y="4559013"/>
            <a:ext cx="495499" cy="495719"/>
            <a:chOff x="369195" y="1138234"/>
            <a:chExt cx="1250276" cy="1250833"/>
          </a:xfrm>
        </p:grpSpPr>
        <p:sp>
          <p:nvSpPr>
            <p:cNvPr id="310" name="Google Shape;310;p17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17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21" name="Google Shape;321;p18"/>
          <p:cNvGrpSpPr/>
          <p:nvPr/>
        </p:nvGrpSpPr>
        <p:grpSpPr>
          <a:xfrm rot="10800000">
            <a:off x="8093070" y="3813451"/>
            <a:ext cx="1954117" cy="1954117"/>
            <a:chOff x="367385" y="2587838"/>
            <a:chExt cx="2501110" cy="2501110"/>
          </a:xfrm>
        </p:grpSpPr>
        <p:sp>
          <p:nvSpPr>
            <p:cNvPr id="322" name="Google Shape;322;p18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1" name="Google Shape;331;p18"/>
          <p:cNvGrpSpPr/>
          <p:nvPr/>
        </p:nvGrpSpPr>
        <p:grpSpPr>
          <a:xfrm rot="-6300243">
            <a:off x="141064" y="463626"/>
            <a:ext cx="495499" cy="495719"/>
            <a:chOff x="369195" y="1138234"/>
            <a:chExt cx="1250276" cy="1250833"/>
          </a:xfrm>
        </p:grpSpPr>
        <p:sp>
          <p:nvSpPr>
            <p:cNvPr id="332" name="Google Shape;332;p18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1" name="Google Shape;341;p18"/>
          <p:cNvGrpSpPr/>
          <p:nvPr/>
        </p:nvGrpSpPr>
        <p:grpSpPr>
          <a:xfrm rot="-6300243">
            <a:off x="546401" y="61127"/>
            <a:ext cx="495499" cy="495719"/>
            <a:chOff x="369195" y="1138234"/>
            <a:chExt cx="1250276" cy="1250833"/>
          </a:xfrm>
        </p:grpSpPr>
        <p:sp>
          <p:nvSpPr>
            <p:cNvPr id="342" name="Google Shape;342;p18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9"/>
          <p:cNvGrpSpPr/>
          <p:nvPr/>
        </p:nvGrpSpPr>
        <p:grpSpPr>
          <a:xfrm rot="1216785">
            <a:off x="1120965" y="3613437"/>
            <a:ext cx="1490482" cy="1839556"/>
            <a:chOff x="7317341" y="3117397"/>
            <a:chExt cx="1490500" cy="1839578"/>
          </a:xfrm>
        </p:grpSpPr>
        <p:sp>
          <p:nvSpPr>
            <p:cNvPr id="353" name="Google Shape;353;p19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9" name="Google Shape;359;p19"/>
          <p:cNvGrpSpPr/>
          <p:nvPr/>
        </p:nvGrpSpPr>
        <p:grpSpPr>
          <a:xfrm>
            <a:off x="-594200" y="3952416"/>
            <a:ext cx="1954117" cy="1954117"/>
            <a:chOff x="367385" y="2587838"/>
            <a:chExt cx="2501110" cy="2501110"/>
          </a:xfrm>
        </p:grpSpPr>
        <p:sp>
          <p:nvSpPr>
            <p:cNvPr id="360" name="Google Shape;360;p19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9" name="Google Shape;369;p19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0" name="Google Shape;370;p19"/>
          <p:cNvGrpSpPr/>
          <p:nvPr/>
        </p:nvGrpSpPr>
        <p:grpSpPr>
          <a:xfrm rot="1893670">
            <a:off x="8272972" y="563154"/>
            <a:ext cx="668364" cy="668662"/>
            <a:chOff x="369195" y="1138234"/>
            <a:chExt cx="1250276" cy="1250833"/>
          </a:xfrm>
        </p:grpSpPr>
        <p:sp>
          <p:nvSpPr>
            <p:cNvPr id="371" name="Google Shape;371;p19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80" name="Google Shape;380;p19"/>
          <p:cNvGrpSpPr/>
          <p:nvPr/>
        </p:nvGrpSpPr>
        <p:grpSpPr>
          <a:xfrm rot="1893381">
            <a:off x="8591350" y="1242620"/>
            <a:ext cx="495488" cy="495709"/>
            <a:chOff x="369195" y="1138234"/>
            <a:chExt cx="1250276" cy="1250833"/>
          </a:xfrm>
        </p:grpSpPr>
        <p:sp>
          <p:nvSpPr>
            <p:cNvPr id="381" name="Google Shape;381;p19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0" name="Google Shape;390;p19"/>
          <p:cNvGrpSpPr/>
          <p:nvPr/>
        </p:nvGrpSpPr>
        <p:grpSpPr>
          <a:xfrm rot="1893622">
            <a:off x="7294467" y="-567520"/>
            <a:ext cx="1334666" cy="1334666"/>
            <a:chOff x="367385" y="2587838"/>
            <a:chExt cx="2501110" cy="2501110"/>
          </a:xfrm>
        </p:grpSpPr>
        <p:sp>
          <p:nvSpPr>
            <p:cNvPr id="391" name="Google Shape;391;p19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2" name="Google Shape;402;p20"/>
          <p:cNvSpPr txBox="1"/>
          <p:nvPr>
            <p:ph type="title"/>
          </p:nvPr>
        </p:nvSpPr>
        <p:spPr>
          <a:xfrm>
            <a:off x="3554775" y="1660250"/>
            <a:ext cx="4872900" cy="13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1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20"/>
          <p:cNvSpPr txBox="1"/>
          <p:nvPr>
            <p:ph type="subTitle" idx="1"/>
          </p:nvPr>
        </p:nvSpPr>
        <p:spPr>
          <a:xfrm>
            <a:off x="4572000" y="3064750"/>
            <a:ext cx="3855600" cy="9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"/>
          <p:cNvSpPr txBox="1"/>
          <p:nvPr>
            <p:ph type="title"/>
          </p:nvPr>
        </p:nvSpPr>
        <p:spPr>
          <a:xfrm>
            <a:off x="872400" y="892825"/>
            <a:ext cx="3366300" cy="22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21"/>
          <p:cNvSpPr txBox="1"/>
          <p:nvPr>
            <p:ph type="subTitle" idx="1"/>
          </p:nvPr>
        </p:nvSpPr>
        <p:spPr>
          <a:xfrm>
            <a:off x="872400" y="3173675"/>
            <a:ext cx="3366300" cy="10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21"/>
          <p:cNvSpPr/>
          <p:nvPr>
            <p:ph type="pic" idx="2"/>
          </p:nvPr>
        </p:nvSpPr>
        <p:spPr>
          <a:xfrm>
            <a:off x="4962525" y="539500"/>
            <a:ext cx="2838600" cy="4066200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408" name="Google Shape;408;p21"/>
          <p:cNvGrpSpPr/>
          <p:nvPr/>
        </p:nvGrpSpPr>
        <p:grpSpPr>
          <a:xfrm>
            <a:off x="275076" y="152270"/>
            <a:ext cx="781048" cy="781396"/>
            <a:chOff x="369195" y="1138234"/>
            <a:chExt cx="1250276" cy="1250833"/>
          </a:xfrm>
        </p:grpSpPr>
        <p:sp>
          <p:nvSpPr>
            <p:cNvPr id="409" name="Google Shape;409;p21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 txBox="1"/>
          <p:nvPr>
            <p:ph type="subTitle" idx="1"/>
          </p:nvPr>
        </p:nvSpPr>
        <p:spPr>
          <a:xfrm>
            <a:off x="1835700" y="1130805"/>
            <a:ext cx="5472600" cy="6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0" name="Google Shape;420;p22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21" name="Google Shape;421;p22"/>
          <p:cNvGrpSpPr/>
          <p:nvPr/>
        </p:nvGrpSpPr>
        <p:grpSpPr>
          <a:xfrm>
            <a:off x="7982059" y="148795"/>
            <a:ext cx="781048" cy="781396"/>
            <a:chOff x="369195" y="1138234"/>
            <a:chExt cx="1250276" cy="1250833"/>
          </a:xfrm>
        </p:grpSpPr>
        <p:sp>
          <p:nvSpPr>
            <p:cNvPr id="422" name="Google Shape;422;p22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"/>
          <p:cNvSpPr txBox="1"/>
          <p:nvPr>
            <p:ph type="title"/>
          </p:nvPr>
        </p:nvSpPr>
        <p:spPr>
          <a:xfrm flipH="1">
            <a:off x="4812189" y="1384688"/>
            <a:ext cx="3020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3" name="Google Shape;433;p23"/>
          <p:cNvSpPr txBox="1"/>
          <p:nvPr>
            <p:ph type="subTitle" idx="1"/>
          </p:nvPr>
        </p:nvSpPr>
        <p:spPr>
          <a:xfrm flipH="1">
            <a:off x="4812203" y="2690813"/>
            <a:ext cx="3020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4" name="Google Shape;434;p23"/>
          <p:cNvGrpSpPr/>
          <p:nvPr/>
        </p:nvGrpSpPr>
        <p:grpSpPr>
          <a:xfrm>
            <a:off x="-795112" y="-180565"/>
            <a:ext cx="1954117" cy="1954117"/>
            <a:chOff x="367385" y="2587838"/>
            <a:chExt cx="2501110" cy="2501110"/>
          </a:xfrm>
        </p:grpSpPr>
        <p:sp>
          <p:nvSpPr>
            <p:cNvPr id="435" name="Google Shape;435;p23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4" name="Google Shape;444;p23"/>
          <p:cNvGrpSpPr/>
          <p:nvPr/>
        </p:nvGrpSpPr>
        <p:grpSpPr>
          <a:xfrm>
            <a:off x="8186859" y="405783"/>
            <a:ext cx="781048" cy="781396"/>
            <a:chOff x="369195" y="1138234"/>
            <a:chExt cx="1250276" cy="1250833"/>
          </a:xfrm>
        </p:grpSpPr>
        <p:sp>
          <p:nvSpPr>
            <p:cNvPr id="445" name="Google Shape;445;p23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"/>
          <p:cNvSpPr txBox="1"/>
          <p:nvPr>
            <p:ph type="title"/>
          </p:nvPr>
        </p:nvSpPr>
        <p:spPr>
          <a:xfrm>
            <a:off x="1045387" y="889388"/>
            <a:ext cx="3020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6" name="Google Shape;456;p24"/>
          <p:cNvSpPr txBox="1"/>
          <p:nvPr>
            <p:ph type="subTitle" idx="1"/>
          </p:nvPr>
        </p:nvSpPr>
        <p:spPr>
          <a:xfrm>
            <a:off x="1045374" y="2195513"/>
            <a:ext cx="3020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7" name="Google Shape;457;p24"/>
          <p:cNvGrpSpPr/>
          <p:nvPr/>
        </p:nvGrpSpPr>
        <p:grpSpPr>
          <a:xfrm flipH="1">
            <a:off x="-435286" y="3758823"/>
            <a:ext cx="1954117" cy="1954117"/>
            <a:chOff x="367385" y="2587838"/>
            <a:chExt cx="2501110" cy="2501110"/>
          </a:xfrm>
        </p:grpSpPr>
        <p:sp>
          <p:nvSpPr>
            <p:cNvPr id="458" name="Google Shape;458;p24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/>
          <p:nvPr>
            <p:ph type="body" idx="1"/>
          </p:nvPr>
        </p:nvSpPr>
        <p:spPr>
          <a:xfrm flipH="1">
            <a:off x="996950" y="1919150"/>
            <a:ext cx="5756400" cy="26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5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9" name="Google Shape;469;p25"/>
          <p:cNvSpPr txBox="1"/>
          <p:nvPr>
            <p:ph type="subTitle" idx="2"/>
          </p:nvPr>
        </p:nvSpPr>
        <p:spPr>
          <a:xfrm>
            <a:off x="1435100" y="1309800"/>
            <a:ext cx="531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 panose="02000506080000020004"/>
              <a:buNone/>
              <a:defRPr sz="2400">
                <a:solidFill>
                  <a:srgbClr val="4A649D"/>
                </a:solidFill>
                <a:latin typeface="Passion One" panose="02000506080000020004"/>
                <a:ea typeface="Passion One" panose="02000506080000020004"/>
                <a:cs typeface="Passion One" panose="02000506080000020004"/>
                <a:sym typeface="Passion One" panose="02000506080000020004"/>
              </a:defRPr>
            </a:lvl9pPr>
          </a:lstStyle>
          <a:p/>
        </p:txBody>
      </p:sp>
      <p:sp>
        <p:nvSpPr>
          <p:cNvPr id="470" name="Google Shape;470;p25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71" name="Google Shape;471;p25"/>
          <p:cNvGrpSpPr/>
          <p:nvPr/>
        </p:nvGrpSpPr>
        <p:grpSpPr>
          <a:xfrm>
            <a:off x="6614484" y="-318105"/>
            <a:ext cx="781048" cy="781396"/>
            <a:chOff x="369195" y="1138234"/>
            <a:chExt cx="1250276" cy="1250833"/>
          </a:xfrm>
        </p:grpSpPr>
        <p:sp>
          <p:nvSpPr>
            <p:cNvPr id="472" name="Google Shape;472;p2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2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1" name="Google Shape;481;p25"/>
          <p:cNvGrpSpPr/>
          <p:nvPr/>
        </p:nvGrpSpPr>
        <p:grpSpPr>
          <a:xfrm>
            <a:off x="-262934" y="3400947"/>
            <a:ext cx="1490500" cy="1839578"/>
            <a:chOff x="7317341" y="3117397"/>
            <a:chExt cx="1490500" cy="1839578"/>
          </a:xfrm>
        </p:grpSpPr>
        <p:sp>
          <p:nvSpPr>
            <p:cNvPr id="482" name="Google Shape;482;p25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25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6"/>
          <p:cNvSpPr txBox="1"/>
          <p:nvPr>
            <p:ph type="subTitle" idx="1"/>
          </p:nvPr>
        </p:nvSpPr>
        <p:spPr>
          <a:xfrm>
            <a:off x="4832863" y="1531837"/>
            <a:ext cx="3445500" cy="29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90" name="Google Shape;490;p26"/>
          <p:cNvSpPr txBox="1"/>
          <p:nvPr>
            <p:ph type="subTitle" idx="2"/>
          </p:nvPr>
        </p:nvSpPr>
        <p:spPr>
          <a:xfrm>
            <a:off x="865637" y="1531837"/>
            <a:ext cx="3445500" cy="29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91" name="Google Shape;491;p26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92" name="Google Shape;492;p26"/>
          <p:cNvGrpSpPr/>
          <p:nvPr/>
        </p:nvGrpSpPr>
        <p:grpSpPr>
          <a:xfrm flipH="1">
            <a:off x="-269887" y="705852"/>
            <a:ext cx="1068361" cy="1068962"/>
            <a:chOff x="369195" y="1138234"/>
            <a:chExt cx="1250276" cy="1250833"/>
          </a:xfrm>
        </p:grpSpPr>
        <p:sp>
          <p:nvSpPr>
            <p:cNvPr id="493" name="Google Shape;493;p26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2" name="Google Shape;502;p26"/>
          <p:cNvGrpSpPr/>
          <p:nvPr/>
        </p:nvGrpSpPr>
        <p:grpSpPr>
          <a:xfrm flipH="1">
            <a:off x="8331978" y="188894"/>
            <a:ext cx="700905" cy="701217"/>
            <a:chOff x="369195" y="1138234"/>
            <a:chExt cx="1250276" cy="1250833"/>
          </a:xfrm>
        </p:grpSpPr>
        <p:sp>
          <p:nvSpPr>
            <p:cNvPr id="503" name="Google Shape;503;p26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506;p26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12" name="Google Shape;512;p26"/>
          <p:cNvGrpSpPr/>
          <p:nvPr/>
        </p:nvGrpSpPr>
        <p:grpSpPr>
          <a:xfrm flipH="1">
            <a:off x="8024966" y="3408697"/>
            <a:ext cx="1490500" cy="1839578"/>
            <a:chOff x="7317341" y="3117397"/>
            <a:chExt cx="1490500" cy="1839578"/>
          </a:xfrm>
        </p:grpSpPr>
        <p:sp>
          <p:nvSpPr>
            <p:cNvPr id="513" name="Google Shape;513;p26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19" name="Google Shape;519;p26"/>
          <p:cNvGrpSpPr/>
          <p:nvPr/>
        </p:nvGrpSpPr>
        <p:grpSpPr>
          <a:xfrm>
            <a:off x="3542711" y="4452694"/>
            <a:ext cx="1753778" cy="1753778"/>
            <a:chOff x="367385" y="2587838"/>
            <a:chExt cx="2501110" cy="2501110"/>
          </a:xfrm>
        </p:grpSpPr>
        <p:sp>
          <p:nvSpPr>
            <p:cNvPr id="520" name="Google Shape;520;p26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5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"/>
          <p:cNvSpPr txBox="1"/>
          <p:nvPr>
            <p:ph type="subTitle" idx="1"/>
          </p:nvPr>
        </p:nvSpPr>
        <p:spPr>
          <a:xfrm>
            <a:off x="1977100" y="3459425"/>
            <a:ext cx="63165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31" name="Google Shape;531;p27"/>
          <p:cNvSpPr txBox="1"/>
          <p:nvPr>
            <p:ph type="subTitle" idx="2"/>
          </p:nvPr>
        </p:nvSpPr>
        <p:spPr>
          <a:xfrm>
            <a:off x="1977100" y="1933075"/>
            <a:ext cx="63165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32" name="Google Shape;532;p27"/>
          <p:cNvSpPr txBox="1"/>
          <p:nvPr>
            <p:ph type="subTitle" idx="3"/>
          </p:nvPr>
        </p:nvSpPr>
        <p:spPr>
          <a:xfrm>
            <a:off x="1977102" y="1445450"/>
            <a:ext cx="63165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533" name="Google Shape;533;p27"/>
          <p:cNvSpPr txBox="1"/>
          <p:nvPr>
            <p:ph type="subTitle" idx="4"/>
          </p:nvPr>
        </p:nvSpPr>
        <p:spPr>
          <a:xfrm>
            <a:off x="1977104" y="2971800"/>
            <a:ext cx="63165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35" name="Google Shape;535;p27"/>
          <p:cNvGrpSpPr/>
          <p:nvPr/>
        </p:nvGrpSpPr>
        <p:grpSpPr>
          <a:xfrm>
            <a:off x="7840601" y="234762"/>
            <a:ext cx="1190638" cy="1191169"/>
            <a:chOff x="369195" y="1138234"/>
            <a:chExt cx="1250276" cy="1250833"/>
          </a:xfrm>
        </p:grpSpPr>
        <p:sp>
          <p:nvSpPr>
            <p:cNvPr id="536" name="Google Shape;536;p27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5" name="Google Shape;545;p27"/>
          <p:cNvGrpSpPr/>
          <p:nvPr/>
        </p:nvGrpSpPr>
        <p:grpSpPr>
          <a:xfrm>
            <a:off x="7611263" y="4056235"/>
            <a:ext cx="1954117" cy="1954117"/>
            <a:chOff x="367385" y="2587838"/>
            <a:chExt cx="2501110" cy="2501110"/>
          </a:xfrm>
        </p:grpSpPr>
        <p:sp>
          <p:nvSpPr>
            <p:cNvPr id="546" name="Google Shape;546;p27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5" name="Google Shape;555;p27"/>
          <p:cNvGrpSpPr/>
          <p:nvPr/>
        </p:nvGrpSpPr>
        <p:grpSpPr>
          <a:xfrm>
            <a:off x="189359" y="826570"/>
            <a:ext cx="781048" cy="781396"/>
            <a:chOff x="369195" y="1138234"/>
            <a:chExt cx="1250276" cy="1250833"/>
          </a:xfrm>
        </p:grpSpPr>
        <p:sp>
          <p:nvSpPr>
            <p:cNvPr id="556" name="Google Shape;556;p27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5_1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28"/>
          <p:cNvGrpSpPr/>
          <p:nvPr/>
        </p:nvGrpSpPr>
        <p:grpSpPr>
          <a:xfrm>
            <a:off x="7840601" y="463312"/>
            <a:ext cx="1190638" cy="1191169"/>
            <a:chOff x="369195" y="1138234"/>
            <a:chExt cx="1250276" cy="1250833"/>
          </a:xfrm>
        </p:grpSpPr>
        <p:sp>
          <p:nvSpPr>
            <p:cNvPr id="567" name="Google Shape;567;p28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6" name="Google Shape;576;p28"/>
          <p:cNvGrpSpPr/>
          <p:nvPr/>
        </p:nvGrpSpPr>
        <p:grpSpPr>
          <a:xfrm flipH="1">
            <a:off x="-263834" y="-904465"/>
            <a:ext cx="1954117" cy="1954117"/>
            <a:chOff x="367385" y="2587838"/>
            <a:chExt cx="2501110" cy="2501110"/>
          </a:xfrm>
        </p:grpSpPr>
        <p:sp>
          <p:nvSpPr>
            <p:cNvPr id="577" name="Google Shape;577;p28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86" name="Google Shape;586;p28"/>
          <p:cNvGrpSpPr/>
          <p:nvPr/>
        </p:nvGrpSpPr>
        <p:grpSpPr>
          <a:xfrm>
            <a:off x="6614484" y="-318105"/>
            <a:ext cx="781048" cy="781396"/>
            <a:chOff x="369195" y="1138234"/>
            <a:chExt cx="1250276" cy="1250833"/>
          </a:xfrm>
        </p:grpSpPr>
        <p:sp>
          <p:nvSpPr>
            <p:cNvPr id="587" name="Google Shape;587;p28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6" name="Google Shape;596;p28"/>
          <p:cNvGrpSpPr/>
          <p:nvPr/>
        </p:nvGrpSpPr>
        <p:grpSpPr>
          <a:xfrm flipH="1">
            <a:off x="7954380" y="3685835"/>
            <a:ext cx="1490500" cy="1839578"/>
            <a:chOff x="7317341" y="3117397"/>
            <a:chExt cx="1490500" cy="1839578"/>
          </a:xfrm>
        </p:grpSpPr>
        <p:sp>
          <p:nvSpPr>
            <p:cNvPr id="597" name="Google Shape;597;p28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3" name="Google Shape;603;p28"/>
          <p:cNvSpPr txBox="1"/>
          <p:nvPr>
            <p:ph type="body" idx="1"/>
          </p:nvPr>
        </p:nvSpPr>
        <p:spPr>
          <a:xfrm>
            <a:off x="661350" y="1209625"/>
            <a:ext cx="373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bin"/>
              <a:buChar char="●"/>
              <a:defRPr sz="15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 sz="15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 sz="15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9pPr>
          </a:lstStyle>
          <a:p/>
        </p:txBody>
      </p:sp>
      <p:sp>
        <p:nvSpPr>
          <p:cNvPr id="604" name="Google Shape;604;p28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5" name="Google Shape;605;p28"/>
          <p:cNvSpPr txBox="1"/>
          <p:nvPr>
            <p:ph type="body" idx="2"/>
          </p:nvPr>
        </p:nvSpPr>
        <p:spPr>
          <a:xfrm>
            <a:off x="4699950" y="1209625"/>
            <a:ext cx="373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bin"/>
              <a:buChar char="●"/>
              <a:defRPr sz="15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 sz="15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 sz="15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 sz="15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 txBox="1"/>
          <p:nvPr>
            <p:ph type="subTitle" idx="1"/>
          </p:nvPr>
        </p:nvSpPr>
        <p:spPr>
          <a:xfrm>
            <a:off x="5931485" y="3209425"/>
            <a:ext cx="23670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08" name="Google Shape;608;p29"/>
          <p:cNvSpPr txBox="1"/>
          <p:nvPr>
            <p:ph type="subTitle" idx="2"/>
          </p:nvPr>
        </p:nvSpPr>
        <p:spPr>
          <a:xfrm>
            <a:off x="3388500" y="3209426"/>
            <a:ext cx="2369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09" name="Google Shape;609;p29"/>
          <p:cNvSpPr txBox="1"/>
          <p:nvPr>
            <p:ph type="subTitle" idx="3"/>
          </p:nvPr>
        </p:nvSpPr>
        <p:spPr>
          <a:xfrm>
            <a:off x="3389764" y="2721800"/>
            <a:ext cx="23691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10" name="Google Shape;610;p29"/>
          <p:cNvSpPr txBox="1"/>
          <p:nvPr>
            <p:ph type="subTitle" idx="4"/>
          </p:nvPr>
        </p:nvSpPr>
        <p:spPr>
          <a:xfrm>
            <a:off x="5932743" y="2721800"/>
            <a:ext cx="2367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11" name="Google Shape;611;p29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29"/>
          <p:cNvSpPr txBox="1"/>
          <p:nvPr>
            <p:ph type="subTitle" idx="5"/>
          </p:nvPr>
        </p:nvSpPr>
        <p:spPr>
          <a:xfrm>
            <a:off x="845515" y="3209426"/>
            <a:ext cx="2369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13" name="Google Shape;613;p29"/>
          <p:cNvSpPr txBox="1"/>
          <p:nvPr>
            <p:ph type="subTitle" idx="6"/>
          </p:nvPr>
        </p:nvSpPr>
        <p:spPr>
          <a:xfrm>
            <a:off x="846784" y="2721800"/>
            <a:ext cx="23691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grpSp>
        <p:nvGrpSpPr>
          <p:cNvPr id="614" name="Google Shape;614;p29"/>
          <p:cNvGrpSpPr/>
          <p:nvPr/>
        </p:nvGrpSpPr>
        <p:grpSpPr>
          <a:xfrm rot="-1216785" flipH="1">
            <a:off x="7978965" y="3543937"/>
            <a:ext cx="1490482" cy="1839556"/>
            <a:chOff x="7317341" y="3117397"/>
            <a:chExt cx="1490500" cy="1839578"/>
          </a:xfrm>
        </p:grpSpPr>
        <p:sp>
          <p:nvSpPr>
            <p:cNvPr id="615" name="Google Shape;615;p29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21" name="Google Shape;621;p29"/>
          <p:cNvGrpSpPr/>
          <p:nvPr/>
        </p:nvGrpSpPr>
        <p:grpSpPr>
          <a:xfrm>
            <a:off x="-742962" y="3962416"/>
            <a:ext cx="1954117" cy="1954117"/>
            <a:chOff x="367385" y="2587838"/>
            <a:chExt cx="2501110" cy="2501110"/>
          </a:xfrm>
        </p:grpSpPr>
        <p:sp>
          <p:nvSpPr>
            <p:cNvPr id="622" name="Google Shape;622;p29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1" name="Google Shape;631;p29"/>
          <p:cNvGrpSpPr/>
          <p:nvPr/>
        </p:nvGrpSpPr>
        <p:grpSpPr>
          <a:xfrm rot="8906330" flipH="1">
            <a:off x="34522" y="570947"/>
            <a:ext cx="668364" cy="668662"/>
            <a:chOff x="369195" y="1138234"/>
            <a:chExt cx="1250276" cy="1250833"/>
          </a:xfrm>
        </p:grpSpPr>
        <p:sp>
          <p:nvSpPr>
            <p:cNvPr id="632" name="Google Shape;632;p29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41" name="Google Shape;641;p29"/>
          <p:cNvGrpSpPr/>
          <p:nvPr/>
        </p:nvGrpSpPr>
        <p:grpSpPr>
          <a:xfrm rot="8906619" flipH="1">
            <a:off x="465987" y="114483"/>
            <a:ext cx="495488" cy="495709"/>
            <a:chOff x="369195" y="1138234"/>
            <a:chExt cx="1250276" cy="1250833"/>
          </a:xfrm>
        </p:grpSpPr>
        <p:sp>
          <p:nvSpPr>
            <p:cNvPr id="642" name="Google Shape;642;p29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30"/>
          <p:cNvGrpSpPr/>
          <p:nvPr/>
        </p:nvGrpSpPr>
        <p:grpSpPr>
          <a:xfrm>
            <a:off x="-649125" y="3939991"/>
            <a:ext cx="1954117" cy="1954117"/>
            <a:chOff x="367385" y="2587838"/>
            <a:chExt cx="2501110" cy="2501110"/>
          </a:xfrm>
        </p:grpSpPr>
        <p:sp>
          <p:nvSpPr>
            <p:cNvPr id="653" name="Google Shape;653;p30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2" name="Google Shape;662;p30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3" name="Google Shape;663;p30"/>
          <p:cNvSpPr txBox="1"/>
          <p:nvPr>
            <p:ph type="subTitle" idx="1"/>
          </p:nvPr>
        </p:nvSpPr>
        <p:spPr>
          <a:xfrm>
            <a:off x="1205648" y="20809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30"/>
          <p:cNvSpPr txBox="1"/>
          <p:nvPr>
            <p:ph type="subTitle" idx="2"/>
          </p:nvPr>
        </p:nvSpPr>
        <p:spPr>
          <a:xfrm>
            <a:off x="5960152" y="20809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30"/>
          <p:cNvSpPr txBox="1"/>
          <p:nvPr>
            <p:ph type="subTitle" idx="3"/>
          </p:nvPr>
        </p:nvSpPr>
        <p:spPr>
          <a:xfrm>
            <a:off x="1205648" y="35143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30"/>
          <p:cNvSpPr txBox="1"/>
          <p:nvPr>
            <p:ph type="subTitle" idx="4"/>
          </p:nvPr>
        </p:nvSpPr>
        <p:spPr>
          <a:xfrm>
            <a:off x="5960152" y="35143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7" name="Google Shape;667;p30"/>
          <p:cNvSpPr txBox="1"/>
          <p:nvPr>
            <p:ph type="subTitle" idx="5"/>
          </p:nvPr>
        </p:nvSpPr>
        <p:spPr>
          <a:xfrm>
            <a:off x="1205648" y="17211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68" name="Google Shape;668;p30"/>
          <p:cNvSpPr txBox="1"/>
          <p:nvPr>
            <p:ph type="subTitle" idx="6"/>
          </p:nvPr>
        </p:nvSpPr>
        <p:spPr>
          <a:xfrm>
            <a:off x="1205648" y="315462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69" name="Google Shape;669;p30"/>
          <p:cNvSpPr txBox="1"/>
          <p:nvPr>
            <p:ph type="subTitle" idx="7"/>
          </p:nvPr>
        </p:nvSpPr>
        <p:spPr>
          <a:xfrm>
            <a:off x="5960148" y="17211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70" name="Google Shape;670;p30"/>
          <p:cNvSpPr txBox="1"/>
          <p:nvPr>
            <p:ph type="subTitle" idx="8"/>
          </p:nvPr>
        </p:nvSpPr>
        <p:spPr>
          <a:xfrm>
            <a:off x="5960148" y="315462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solidFill>
                  <a:schemeClr val="accent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 panose="020B0503050203000203"/>
              <a:buNone/>
              <a:defRPr sz="24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grpSp>
        <p:nvGrpSpPr>
          <p:cNvPr id="671" name="Google Shape;671;p30"/>
          <p:cNvGrpSpPr/>
          <p:nvPr/>
        </p:nvGrpSpPr>
        <p:grpSpPr>
          <a:xfrm>
            <a:off x="7793591" y="3422197"/>
            <a:ext cx="1490500" cy="1839578"/>
            <a:chOff x="7317341" y="3117397"/>
            <a:chExt cx="1490500" cy="1839578"/>
          </a:xfrm>
        </p:grpSpPr>
        <p:sp>
          <p:nvSpPr>
            <p:cNvPr id="672" name="Google Shape;672;p30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78" name="Google Shape;678;p30"/>
          <p:cNvGrpSpPr/>
          <p:nvPr/>
        </p:nvGrpSpPr>
        <p:grpSpPr>
          <a:xfrm>
            <a:off x="8435827" y="483527"/>
            <a:ext cx="495484" cy="495705"/>
            <a:chOff x="369195" y="1138234"/>
            <a:chExt cx="1250276" cy="1250833"/>
          </a:xfrm>
        </p:grpSpPr>
        <p:sp>
          <p:nvSpPr>
            <p:cNvPr id="679" name="Google Shape;679;p30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8" name="Google Shape;688;p30"/>
          <p:cNvGrpSpPr/>
          <p:nvPr/>
        </p:nvGrpSpPr>
        <p:grpSpPr>
          <a:xfrm rot="8906330" flipH="1">
            <a:off x="202097" y="3008847"/>
            <a:ext cx="668364" cy="668662"/>
            <a:chOff x="369195" y="1138234"/>
            <a:chExt cx="1250276" cy="1250833"/>
          </a:xfrm>
        </p:grpSpPr>
        <p:sp>
          <p:nvSpPr>
            <p:cNvPr id="689" name="Google Shape;689;p30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2_1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1"/>
          <p:cNvSpPr txBox="1"/>
          <p:nvPr>
            <p:ph type="title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31"/>
          <p:cNvSpPr txBox="1"/>
          <p:nvPr>
            <p:ph type="title" idx="2"/>
          </p:nvPr>
        </p:nvSpPr>
        <p:spPr>
          <a:xfrm>
            <a:off x="707556" y="1210350"/>
            <a:ext cx="1782900" cy="5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1" name="Google Shape;701;p31"/>
          <p:cNvSpPr txBox="1"/>
          <p:nvPr>
            <p:ph type="subTitle" idx="1"/>
          </p:nvPr>
        </p:nvSpPr>
        <p:spPr>
          <a:xfrm>
            <a:off x="707556" y="3877122"/>
            <a:ext cx="1782900" cy="72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02" name="Google Shape;702;p31"/>
          <p:cNvSpPr txBox="1"/>
          <p:nvPr>
            <p:ph type="title" idx="3"/>
          </p:nvPr>
        </p:nvSpPr>
        <p:spPr>
          <a:xfrm>
            <a:off x="2689252" y="1211177"/>
            <a:ext cx="1783200" cy="5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31"/>
          <p:cNvSpPr txBox="1"/>
          <p:nvPr>
            <p:ph type="subTitle" idx="4"/>
          </p:nvPr>
        </p:nvSpPr>
        <p:spPr>
          <a:xfrm>
            <a:off x="2689252" y="3877850"/>
            <a:ext cx="1783200" cy="72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04" name="Google Shape;704;p31"/>
          <p:cNvSpPr txBox="1"/>
          <p:nvPr>
            <p:ph type="title" idx="5"/>
          </p:nvPr>
        </p:nvSpPr>
        <p:spPr>
          <a:xfrm>
            <a:off x="4671248" y="1210363"/>
            <a:ext cx="1783200" cy="5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5" name="Google Shape;705;p31"/>
          <p:cNvSpPr txBox="1"/>
          <p:nvPr>
            <p:ph type="subTitle" idx="6"/>
          </p:nvPr>
        </p:nvSpPr>
        <p:spPr>
          <a:xfrm>
            <a:off x="4671248" y="3877125"/>
            <a:ext cx="1783200" cy="72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06" name="Google Shape;706;p31"/>
          <p:cNvSpPr txBox="1"/>
          <p:nvPr>
            <p:ph type="title" idx="7"/>
          </p:nvPr>
        </p:nvSpPr>
        <p:spPr>
          <a:xfrm>
            <a:off x="6653244" y="1211190"/>
            <a:ext cx="1783200" cy="5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7" name="Google Shape;707;p31"/>
          <p:cNvSpPr txBox="1"/>
          <p:nvPr>
            <p:ph type="subTitle" idx="8"/>
          </p:nvPr>
        </p:nvSpPr>
        <p:spPr>
          <a:xfrm>
            <a:off x="6653244" y="3877854"/>
            <a:ext cx="1783200" cy="72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grpSp>
        <p:nvGrpSpPr>
          <p:cNvPr id="708" name="Google Shape;708;p31"/>
          <p:cNvGrpSpPr/>
          <p:nvPr/>
        </p:nvGrpSpPr>
        <p:grpSpPr>
          <a:xfrm flipH="1">
            <a:off x="-644836" y="-936402"/>
            <a:ext cx="1954117" cy="1954117"/>
            <a:chOff x="367385" y="2587838"/>
            <a:chExt cx="2501110" cy="2501110"/>
          </a:xfrm>
        </p:grpSpPr>
        <p:sp>
          <p:nvSpPr>
            <p:cNvPr id="709" name="Google Shape;709;p31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18" name="Google Shape;718;p31"/>
          <p:cNvGrpSpPr/>
          <p:nvPr/>
        </p:nvGrpSpPr>
        <p:grpSpPr>
          <a:xfrm rot="8906330" flipH="1">
            <a:off x="8349385" y="4271297"/>
            <a:ext cx="668364" cy="668662"/>
            <a:chOff x="369195" y="1138234"/>
            <a:chExt cx="1250276" cy="1250833"/>
          </a:xfrm>
        </p:grpSpPr>
        <p:sp>
          <p:nvSpPr>
            <p:cNvPr id="719" name="Google Shape;719;p31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725;p31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726;p31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2"/>
          <p:cNvSpPr txBox="1"/>
          <p:nvPr>
            <p:ph type="title"/>
          </p:nvPr>
        </p:nvSpPr>
        <p:spPr>
          <a:xfrm>
            <a:off x="1015275" y="1930500"/>
            <a:ext cx="21579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0" name="Google Shape;730;p32"/>
          <p:cNvSpPr txBox="1"/>
          <p:nvPr>
            <p:ph type="subTitle" idx="1"/>
          </p:nvPr>
        </p:nvSpPr>
        <p:spPr>
          <a:xfrm>
            <a:off x="1015275" y="2345575"/>
            <a:ext cx="2157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1" name="Google Shape;731;p32"/>
          <p:cNvSpPr txBox="1"/>
          <p:nvPr>
            <p:ph type="title" idx="2"/>
          </p:nvPr>
        </p:nvSpPr>
        <p:spPr>
          <a:xfrm>
            <a:off x="3495150" y="1930500"/>
            <a:ext cx="21537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2" name="Google Shape;732;p32"/>
          <p:cNvSpPr txBox="1"/>
          <p:nvPr>
            <p:ph type="subTitle" idx="3"/>
          </p:nvPr>
        </p:nvSpPr>
        <p:spPr>
          <a:xfrm>
            <a:off x="3495150" y="2345575"/>
            <a:ext cx="215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3" name="Google Shape;733;p32"/>
          <p:cNvSpPr txBox="1"/>
          <p:nvPr>
            <p:ph type="title" idx="4"/>
          </p:nvPr>
        </p:nvSpPr>
        <p:spPr>
          <a:xfrm>
            <a:off x="1015275" y="3668700"/>
            <a:ext cx="21579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4" name="Google Shape;734;p32"/>
          <p:cNvSpPr txBox="1"/>
          <p:nvPr>
            <p:ph type="subTitle" idx="5"/>
          </p:nvPr>
        </p:nvSpPr>
        <p:spPr>
          <a:xfrm>
            <a:off x="1015275" y="4083775"/>
            <a:ext cx="2157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5" name="Google Shape;735;p32"/>
          <p:cNvSpPr txBox="1"/>
          <p:nvPr>
            <p:ph type="title" idx="6"/>
          </p:nvPr>
        </p:nvSpPr>
        <p:spPr>
          <a:xfrm>
            <a:off x="3495150" y="3668700"/>
            <a:ext cx="21537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6" name="Google Shape;736;p32"/>
          <p:cNvSpPr txBox="1"/>
          <p:nvPr>
            <p:ph type="subTitle" idx="7"/>
          </p:nvPr>
        </p:nvSpPr>
        <p:spPr>
          <a:xfrm>
            <a:off x="3495150" y="4083775"/>
            <a:ext cx="215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7" name="Google Shape;737;p32"/>
          <p:cNvSpPr txBox="1"/>
          <p:nvPr>
            <p:ph type="title" idx="8"/>
          </p:nvPr>
        </p:nvSpPr>
        <p:spPr>
          <a:xfrm>
            <a:off x="5970826" y="1930500"/>
            <a:ext cx="21579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8" name="Google Shape;738;p32"/>
          <p:cNvSpPr txBox="1"/>
          <p:nvPr>
            <p:ph type="subTitle" idx="9"/>
          </p:nvPr>
        </p:nvSpPr>
        <p:spPr>
          <a:xfrm>
            <a:off x="5970826" y="2345575"/>
            <a:ext cx="2157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9" name="Google Shape;739;p32"/>
          <p:cNvSpPr txBox="1"/>
          <p:nvPr>
            <p:ph type="title" idx="13"/>
          </p:nvPr>
        </p:nvSpPr>
        <p:spPr>
          <a:xfrm>
            <a:off x="5970826" y="3668700"/>
            <a:ext cx="21579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0" name="Google Shape;740;p32"/>
          <p:cNvSpPr txBox="1"/>
          <p:nvPr>
            <p:ph type="subTitle" idx="14"/>
          </p:nvPr>
        </p:nvSpPr>
        <p:spPr>
          <a:xfrm>
            <a:off x="5970826" y="4083775"/>
            <a:ext cx="2157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41" name="Google Shape;741;p32"/>
          <p:cNvSpPr txBox="1"/>
          <p:nvPr>
            <p:ph type="title" idx="15"/>
          </p:nvPr>
        </p:nvSpPr>
        <p:spPr>
          <a:xfrm>
            <a:off x="713225" y="4450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42" name="Google Shape;742;p32"/>
          <p:cNvGrpSpPr/>
          <p:nvPr/>
        </p:nvGrpSpPr>
        <p:grpSpPr>
          <a:xfrm rot="1893670">
            <a:off x="68422" y="3937891"/>
            <a:ext cx="668364" cy="668662"/>
            <a:chOff x="369195" y="1138234"/>
            <a:chExt cx="1250276" cy="1250833"/>
          </a:xfrm>
        </p:grpSpPr>
        <p:sp>
          <p:nvSpPr>
            <p:cNvPr id="743" name="Google Shape;743;p32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32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32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746;p32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32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32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2" name="Google Shape;752;p32"/>
          <p:cNvGrpSpPr/>
          <p:nvPr/>
        </p:nvGrpSpPr>
        <p:grpSpPr>
          <a:xfrm rot="1893381">
            <a:off x="499887" y="4567307"/>
            <a:ext cx="495488" cy="495709"/>
            <a:chOff x="369195" y="1138234"/>
            <a:chExt cx="1250276" cy="1250833"/>
          </a:xfrm>
        </p:grpSpPr>
        <p:sp>
          <p:nvSpPr>
            <p:cNvPr id="753" name="Google Shape;753;p32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759;p32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761;p32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62" name="Google Shape;762;p32"/>
          <p:cNvGrpSpPr/>
          <p:nvPr/>
        </p:nvGrpSpPr>
        <p:grpSpPr>
          <a:xfrm>
            <a:off x="7981938" y="-610659"/>
            <a:ext cx="1954117" cy="1954117"/>
            <a:chOff x="367385" y="2587838"/>
            <a:chExt cx="2501110" cy="2501110"/>
          </a:xfrm>
        </p:grpSpPr>
        <p:sp>
          <p:nvSpPr>
            <p:cNvPr id="763" name="Google Shape;763;p32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764;p32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765;p32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33"/>
          <p:cNvGrpSpPr/>
          <p:nvPr/>
        </p:nvGrpSpPr>
        <p:grpSpPr>
          <a:xfrm>
            <a:off x="57151" y="65270"/>
            <a:ext cx="781048" cy="781396"/>
            <a:chOff x="369195" y="1138234"/>
            <a:chExt cx="1250276" cy="1250833"/>
          </a:xfrm>
        </p:grpSpPr>
        <p:sp>
          <p:nvSpPr>
            <p:cNvPr id="774" name="Google Shape;774;p33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33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33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33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33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33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33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33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33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83" name="Google Shape;783;p33"/>
          <p:cNvSpPr txBox="1"/>
          <p:nvPr/>
        </p:nvSpPr>
        <p:spPr>
          <a:xfrm>
            <a:off x="681000" y="3175175"/>
            <a:ext cx="3820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CREDITS: This presentation template was created by </a:t>
            </a:r>
            <a:r>
              <a:rPr lang="en-GB" sz="1200" b="1">
                <a:solidFill>
                  <a:schemeClr val="accent3"/>
                </a:solidFill>
                <a:uFill>
                  <a:noFill/>
                </a:u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, including icons by </a:t>
            </a:r>
            <a:r>
              <a:rPr lang="en-GB" sz="1200" b="1">
                <a:solidFill>
                  <a:schemeClr val="accent3"/>
                </a:solidFill>
                <a:uFill>
                  <a:noFill/>
                </a:u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  <a:hlinkClick r:id="rId3"/>
              </a:rPr>
              <a:t>Flaticon</a:t>
            </a:r>
            <a:r>
              <a:rPr lang="en-GB" sz="1200" b="1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 </a:t>
            </a:r>
            <a:r>
              <a:rPr lang="en-GB" sz="1200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and infographics &amp; images by </a:t>
            </a:r>
            <a:r>
              <a:rPr lang="en-GB" sz="1200" b="1">
                <a:solidFill>
                  <a:schemeClr val="accent3"/>
                </a:solidFill>
                <a:uFill>
                  <a:noFill/>
                </a:u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  <a:hlinkClick r:id="rId4"/>
              </a:rPr>
              <a:t>Freepik</a:t>
            </a:r>
            <a:endParaRPr sz="1200" b="1">
              <a:solidFill>
                <a:schemeClr val="accent3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  <p:grpSp>
        <p:nvGrpSpPr>
          <p:cNvPr id="784" name="Google Shape;784;p33"/>
          <p:cNvGrpSpPr/>
          <p:nvPr/>
        </p:nvGrpSpPr>
        <p:grpSpPr>
          <a:xfrm>
            <a:off x="1685917" y="4459497"/>
            <a:ext cx="1109870" cy="1110365"/>
            <a:chOff x="369195" y="1138234"/>
            <a:chExt cx="1250276" cy="1250833"/>
          </a:xfrm>
        </p:grpSpPr>
        <p:sp>
          <p:nvSpPr>
            <p:cNvPr id="785" name="Google Shape;785;p33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33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33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33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33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33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33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4" name="Google Shape;794;p33"/>
          <p:cNvGrpSpPr/>
          <p:nvPr/>
        </p:nvGrpSpPr>
        <p:grpSpPr>
          <a:xfrm>
            <a:off x="7858746" y="-38827"/>
            <a:ext cx="1309789" cy="1310373"/>
            <a:chOff x="369195" y="1138234"/>
            <a:chExt cx="1250276" cy="1250833"/>
          </a:xfrm>
        </p:grpSpPr>
        <p:sp>
          <p:nvSpPr>
            <p:cNvPr id="795" name="Google Shape;795;p33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33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33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33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33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33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33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33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4" name="Google Shape;804;p33"/>
          <p:cNvSpPr txBox="1"/>
          <p:nvPr>
            <p:ph type="ctrTitle"/>
          </p:nvPr>
        </p:nvSpPr>
        <p:spPr>
          <a:xfrm>
            <a:off x="681000" y="742950"/>
            <a:ext cx="3820500" cy="7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 b="1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5" name="Google Shape;805;p33"/>
          <p:cNvSpPr txBox="1"/>
          <p:nvPr>
            <p:ph type="subTitle" idx="1"/>
          </p:nvPr>
        </p:nvSpPr>
        <p:spPr>
          <a:xfrm>
            <a:off x="681000" y="1700650"/>
            <a:ext cx="3820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807;p34"/>
          <p:cNvGrpSpPr/>
          <p:nvPr/>
        </p:nvGrpSpPr>
        <p:grpSpPr>
          <a:xfrm rot="10800000" flipH="1">
            <a:off x="57151" y="4684369"/>
            <a:ext cx="781048" cy="781396"/>
            <a:chOff x="369195" y="1138234"/>
            <a:chExt cx="1250276" cy="1250833"/>
          </a:xfrm>
        </p:grpSpPr>
        <p:sp>
          <p:nvSpPr>
            <p:cNvPr id="808" name="Google Shape;808;p34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0" name="Google Shape;810;p34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34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34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7" name="Google Shape;817;p34"/>
          <p:cNvGrpSpPr/>
          <p:nvPr/>
        </p:nvGrpSpPr>
        <p:grpSpPr>
          <a:xfrm rot="10800000" flipH="1">
            <a:off x="1685917" y="-38827"/>
            <a:ext cx="1109870" cy="1110365"/>
            <a:chOff x="369195" y="1138234"/>
            <a:chExt cx="1250276" cy="1250833"/>
          </a:xfrm>
        </p:grpSpPr>
        <p:sp>
          <p:nvSpPr>
            <p:cNvPr id="818" name="Google Shape;818;p34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7" name="Google Shape;827;p34"/>
          <p:cNvGrpSpPr/>
          <p:nvPr/>
        </p:nvGrpSpPr>
        <p:grpSpPr>
          <a:xfrm rot="10800000" flipH="1">
            <a:off x="7858746" y="4259489"/>
            <a:ext cx="1309789" cy="1310373"/>
            <a:chOff x="369195" y="1138234"/>
            <a:chExt cx="1250276" cy="1250833"/>
          </a:xfrm>
        </p:grpSpPr>
        <p:sp>
          <p:nvSpPr>
            <p:cNvPr id="828" name="Google Shape;828;p34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3" name="Google Shape;833;p34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35"/>
          <p:cNvGrpSpPr/>
          <p:nvPr/>
        </p:nvGrpSpPr>
        <p:grpSpPr>
          <a:xfrm rot="10800000" flipH="1">
            <a:off x="1" y="3226919"/>
            <a:ext cx="781048" cy="781396"/>
            <a:chOff x="369195" y="1138234"/>
            <a:chExt cx="1250276" cy="1250833"/>
          </a:xfrm>
        </p:grpSpPr>
        <p:sp>
          <p:nvSpPr>
            <p:cNvPr id="839" name="Google Shape;839;p3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3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3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3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48" name="Google Shape;848;p35"/>
          <p:cNvGrpSpPr/>
          <p:nvPr/>
        </p:nvGrpSpPr>
        <p:grpSpPr>
          <a:xfrm rot="10800000" flipH="1">
            <a:off x="1019167" y="4361723"/>
            <a:ext cx="1109870" cy="1110365"/>
            <a:chOff x="369195" y="1138234"/>
            <a:chExt cx="1250276" cy="1250833"/>
          </a:xfrm>
        </p:grpSpPr>
        <p:sp>
          <p:nvSpPr>
            <p:cNvPr id="849" name="Google Shape;849;p3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3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3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3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3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3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3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3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3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8" name="Google Shape;858;p35"/>
          <p:cNvGrpSpPr/>
          <p:nvPr/>
        </p:nvGrpSpPr>
        <p:grpSpPr>
          <a:xfrm rot="-5400000" flipH="1">
            <a:off x="7478954" y="-380294"/>
            <a:ext cx="1490500" cy="1839578"/>
            <a:chOff x="7317341" y="3117397"/>
            <a:chExt cx="1490500" cy="1839578"/>
          </a:xfrm>
        </p:grpSpPr>
        <p:sp>
          <p:nvSpPr>
            <p:cNvPr id="859" name="Google Shape;859;p35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35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35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2" name="Google Shape;862;p35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3" name="Google Shape;863;p35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4" name="Google Shape;864;p35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2_1_1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6"/>
          <p:cNvSpPr/>
          <p:nvPr/>
        </p:nvSpPr>
        <p:spPr>
          <a:xfrm rot="10800000" flipH="1">
            <a:off x="264300" y="283350"/>
            <a:ext cx="8615400" cy="4576800"/>
          </a:xfrm>
          <a:prstGeom prst="roundRect">
            <a:avLst>
              <a:gd name="adj" fmla="val 3396"/>
            </a:avLst>
          </a:prstGeom>
          <a:solidFill>
            <a:schemeClr val="lt1"/>
          </a:solidFill>
          <a:ln w="1143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7" name="Google Shape;867;p36"/>
          <p:cNvGrpSpPr/>
          <p:nvPr/>
        </p:nvGrpSpPr>
        <p:grpSpPr>
          <a:xfrm rot="5400000">
            <a:off x="-26746" y="-380294"/>
            <a:ext cx="1490500" cy="1839578"/>
            <a:chOff x="7317341" y="3117397"/>
            <a:chExt cx="1490500" cy="1839578"/>
          </a:xfrm>
        </p:grpSpPr>
        <p:sp>
          <p:nvSpPr>
            <p:cNvPr id="868" name="Google Shape;868;p36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4" name="Google Shape;874;p36"/>
          <p:cNvGrpSpPr/>
          <p:nvPr/>
        </p:nvGrpSpPr>
        <p:grpSpPr>
          <a:xfrm flipH="1">
            <a:off x="7441664" y="3437085"/>
            <a:ext cx="1954117" cy="1954117"/>
            <a:chOff x="367385" y="2587838"/>
            <a:chExt cx="2501110" cy="2501110"/>
          </a:xfrm>
        </p:grpSpPr>
        <p:sp>
          <p:nvSpPr>
            <p:cNvPr id="875" name="Google Shape;875;p36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6" Type="http://schemas.openxmlformats.org/officeDocument/2006/relationships/theme" Target="../theme/theme1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 panose="020B0503050203000203"/>
              <a:buNone/>
              <a:defRPr sz="3400" b="1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Char char="●"/>
              <a:defRPr sz="1800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●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●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image" Target="../media/image12.jpeg"/><Relationship Id="rId7" Type="http://schemas.openxmlformats.org/officeDocument/2006/relationships/image" Target="../media/image11.jpe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24.jpe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3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4" name="Google Shape;894;p40"/>
          <p:cNvGrpSpPr/>
          <p:nvPr/>
        </p:nvGrpSpPr>
        <p:grpSpPr>
          <a:xfrm>
            <a:off x="7979039" y="-12888"/>
            <a:ext cx="1190638" cy="1191169"/>
            <a:chOff x="369195" y="1138234"/>
            <a:chExt cx="1250276" cy="1250833"/>
          </a:xfrm>
        </p:grpSpPr>
        <p:sp>
          <p:nvSpPr>
            <p:cNvPr id="895" name="Google Shape;895;p40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4" name="Google Shape;904;p40"/>
          <p:cNvGrpSpPr/>
          <p:nvPr/>
        </p:nvGrpSpPr>
        <p:grpSpPr>
          <a:xfrm>
            <a:off x="7395513" y="3343685"/>
            <a:ext cx="1954117" cy="1954117"/>
            <a:chOff x="367385" y="2587838"/>
            <a:chExt cx="2501110" cy="2501110"/>
          </a:xfrm>
        </p:grpSpPr>
        <p:sp>
          <p:nvSpPr>
            <p:cNvPr id="905" name="Google Shape;905;p40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14" name="Google Shape;914;p40"/>
          <p:cNvGrpSpPr/>
          <p:nvPr/>
        </p:nvGrpSpPr>
        <p:grpSpPr>
          <a:xfrm>
            <a:off x="444209" y="463295"/>
            <a:ext cx="781048" cy="781396"/>
            <a:chOff x="369195" y="1138234"/>
            <a:chExt cx="1250276" cy="1250833"/>
          </a:xfrm>
        </p:grpSpPr>
        <p:sp>
          <p:nvSpPr>
            <p:cNvPr id="915" name="Google Shape;915;p40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4" name="Google Shape;924;p40"/>
          <p:cNvGrpSpPr/>
          <p:nvPr/>
        </p:nvGrpSpPr>
        <p:grpSpPr>
          <a:xfrm>
            <a:off x="757272" y="666179"/>
            <a:ext cx="3858756" cy="3620751"/>
            <a:chOff x="924097" y="519868"/>
            <a:chExt cx="3344679" cy="3138381"/>
          </a:xfrm>
        </p:grpSpPr>
        <p:grpSp>
          <p:nvGrpSpPr>
            <p:cNvPr id="925" name="Google Shape;925;p40"/>
            <p:cNvGrpSpPr/>
            <p:nvPr/>
          </p:nvGrpSpPr>
          <p:grpSpPr>
            <a:xfrm>
              <a:off x="3157125" y="1657505"/>
              <a:ext cx="1056080" cy="1055418"/>
              <a:chOff x="4950014" y="-1313160"/>
              <a:chExt cx="3774410" cy="3772043"/>
            </a:xfrm>
          </p:grpSpPr>
          <p:sp>
            <p:nvSpPr>
              <p:cNvPr id="926" name="Google Shape;926;p40"/>
              <p:cNvSpPr/>
              <p:nvPr/>
            </p:nvSpPr>
            <p:spPr>
              <a:xfrm>
                <a:off x="5821549" y="-1302483"/>
                <a:ext cx="2030736" cy="3751896"/>
              </a:xfrm>
              <a:custGeom>
                <a:avLst/>
                <a:gdLst/>
                <a:ahLst/>
                <a:cxnLst/>
                <a:rect l="l" t="t" r="r" b="b"/>
                <a:pathLst>
                  <a:path w="43747" h="80825" extrusionOk="0">
                    <a:moveTo>
                      <a:pt x="21874" y="0"/>
                    </a:moveTo>
                    <a:cubicBezTo>
                      <a:pt x="9803" y="0"/>
                      <a:pt x="1" y="18087"/>
                      <a:pt x="1" y="40406"/>
                    </a:cubicBezTo>
                    <a:cubicBezTo>
                      <a:pt x="1" y="62725"/>
                      <a:pt x="9803" y="80825"/>
                      <a:pt x="21874" y="80825"/>
                    </a:cubicBezTo>
                    <a:cubicBezTo>
                      <a:pt x="33957" y="80825"/>
                      <a:pt x="43746" y="62725"/>
                      <a:pt x="43746" y="40406"/>
                    </a:cubicBezTo>
                    <a:cubicBezTo>
                      <a:pt x="43746" y="18087"/>
                      <a:pt x="33957" y="0"/>
                      <a:pt x="21874" y="0"/>
                    </a:cubicBezTo>
                    <a:close/>
                  </a:path>
                </a:pathLst>
              </a:custGeom>
              <a:solidFill>
                <a:srgbClr val="D2DF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27" name="Google Shape;927;p40"/>
              <p:cNvGrpSpPr/>
              <p:nvPr/>
            </p:nvGrpSpPr>
            <p:grpSpPr>
              <a:xfrm>
                <a:off x="4950014" y="-1313160"/>
                <a:ext cx="3774410" cy="3772043"/>
                <a:chOff x="4950014" y="-1313160"/>
                <a:chExt cx="3774410" cy="3772043"/>
              </a:xfrm>
            </p:grpSpPr>
            <p:sp>
              <p:nvSpPr>
                <p:cNvPr id="928" name="Google Shape;928;p40"/>
                <p:cNvSpPr/>
                <p:nvPr/>
              </p:nvSpPr>
              <p:spPr>
                <a:xfrm>
                  <a:off x="4964218" y="-1299512"/>
                  <a:ext cx="3745398" cy="3745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85" h="80685" extrusionOk="0">
                      <a:moveTo>
                        <a:pt x="40343" y="0"/>
                      </a:moveTo>
                      <a:cubicBezTo>
                        <a:pt x="18062" y="0"/>
                        <a:pt x="0" y="18062"/>
                        <a:pt x="0" y="40342"/>
                      </a:cubicBezTo>
                      <a:cubicBezTo>
                        <a:pt x="0" y="62623"/>
                        <a:pt x="18062" y="80684"/>
                        <a:pt x="40343" y="80684"/>
                      </a:cubicBezTo>
                      <a:cubicBezTo>
                        <a:pt x="62623" y="80684"/>
                        <a:pt x="80685" y="62623"/>
                        <a:pt x="80685" y="40342"/>
                      </a:cubicBezTo>
                      <a:cubicBezTo>
                        <a:pt x="80685" y="18062"/>
                        <a:pt x="62623" y="0"/>
                        <a:pt x="403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29" name="Google Shape;929;p40"/>
                <p:cNvSpPr/>
                <p:nvPr/>
              </p:nvSpPr>
              <p:spPr>
                <a:xfrm>
                  <a:off x="4954749" y="-1309585"/>
                  <a:ext cx="3764941" cy="3765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06" h="81119" extrusionOk="0">
                      <a:moveTo>
                        <a:pt x="40547" y="421"/>
                      </a:moveTo>
                      <a:cubicBezTo>
                        <a:pt x="62687" y="421"/>
                        <a:pt x="80685" y="18432"/>
                        <a:pt x="80685" y="40559"/>
                      </a:cubicBezTo>
                      <a:cubicBezTo>
                        <a:pt x="80685" y="62687"/>
                        <a:pt x="62674" y="80698"/>
                        <a:pt x="40547" y="80698"/>
                      </a:cubicBezTo>
                      <a:cubicBezTo>
                        <a:pt x="18419" y="80698"/>
                        <a:pt x="421" y="62687"/>
                        <a:pt x="421" y="40559"/>
                      </a:cubicBezTo>
                      <a:cubicBezTo>
                        <a:pt x="421" y="18432"/>
                        <a:pt x="18419" y="421"/>
                        <a:pt x="40547" y="421"/>
                      </a:cubicBezTo>
                      <a:close/>
                      <a:moveTo>
                        <a:pt x="40547" y="0"/>
                      </a:moveTo>
                      <a:cubicBezTo>
                        <a:pt x="18189" y="0"/>
                        <a:pt x="0" y="18202"/>
                        <a:pt x="0" y="40559"/>
                      </a:cubicBezTo>
                      <a:cubicBezTo>
                        <a:pt x="0" y="62916"/>
                        <a:pt x="18189" y="81118"/>
                        <a:pt x="40547" y="81118"/>
                      </a:cubicBezTo>
                      <a:cubicBezTo>
                        <a:pt x="62916" y="81118"/>
                        <a:pt x="81105" y="62929"/>
                        <a:pt x="81105" y="40559"/>
                      </a:cubicBezTo>
                      <a:cubicBezTo>
                        <a:pt x="81105" y="18202"/>
                        <a:pt x="62916" y="0"/>
                        <a:pt x="405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30" name="Google Shape;930;p40"/>
                <p:cNvSpPr/>
                <p:nvPr/>
              </p:nvSpPr>
              <p:spPr>
                <a:xfrm>
                  <a:off x="5812079" y="-1313160"/>
                  <a:ext cx="2050232" cy="3772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67" h="81259" extrusionOk="0">
                      <a:moveTo>
                        <a:pt x="22078" y="434"/>
                      </a:moveTo>
                      <a:cubicBezTo>
                        <a:pt x="34021" y="434"/>
                        <a:pt x="43746" y="18470"/>
                        <a:pt x="43746" y="40636"/>
                      </a:cubicBezTo>
                      <a:cubicBezTo>
                        <a:pt x="43746" y="62802"/>
                        <a:pt x="34034" y="80838"/>
                        <a:pt x="22078" y="80838"/>
                      </a:cubicBezTo>
                      <a:cubicBezTo>
                        <a:pt x="10134" y="80838"/>
                        <a:pt x="409" y="62802"/>
                        <a:pt x="409" y="40636"/>
                      </a:cubicBezTo>
                      <a:cubicBezTo>
                        <a:pt x="409" y="18470"/>
                        <a:pt x="10134" y="434"/>
                        <a:pt x="22078" y="434"/>
                      </a:cubicBezTo>
                      <a:close/>
                      <a:moveTo>
                        <a:pt x="22078" y="1"/>
                      </a:moveTo>
                      <a:cubicBezTo>
                        <a:pt x="9905" y="1"/>
                        <a:pt x="1" y="18228"/>
                        <a:pt x="1" y="40636"/>
                      </a:cubicBezTo>
                      <a:cubicBezTo>
                        <a:pt x="1" y="63032"/>
                        <a:pt x="9905" y="81259"/>
                        <a:pt x="22078" y="81259"/>
                      </a:cubicBezTo>
                      <a:cubicBezTo>
                        <a:pt x="34263" y="81259"/>
                        <a:pt x="44167" y="63032"/>
                        <a:pt x="44167" y="40636"/>
                      </a:cubicBezTo>
                      <a:cubicBezTo>
                        <a:pt x="44167" y="18228"/>
                        <a:pt x="34263" y="1"/>
                        <a:pt x="220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31" name="Google Shape;931;p40"/>
                <p:cNvSpPr/>
                <p:nvPr/>
              </p:nvSpPr>
              <p:spPr>
                <a:xfrm>
                  <a:off x="6827424" y="-1308425"/>
                  <a:ext cx="19589" cy="3767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" h="81157" extrusionOk="0">
                      <a:moveTo>
                        <a:pt x="211" y="1"/>
                      </a:moveTo>
                      <a:cubicBezTo>
                        <a:pt x="112" y="1"/>
                        <a:pt x="13" y="65"/>
                        <a:pt x="1" y="192"/>
                      </a:cubicBezTo>
                      <a:lnTo>
                        <a:pt x="1" y="80953"/>
                      </a:lnTo>
                      <a:cubicBezTo>
                        <a:pt x="1" y="81068"/>
                        <a:pt x="90" y="81157"/>
                        <a:pt x="205" y="81157"/>
                      </a:cubicBezTo>
                      <a:cubicBezTo>
                        <a:pt x="319" y="81157"/>
                        <a:pt x="421" y="81068"/>
                        <a:pt x="421" y="80953"/>
                      </a:cubicBezTo>
                      <a:lnTo>
                        <a:pt x="421" y="192"/>
                      </a:lnTo>
                      <a:cubicBezTo>
                        <a:pt x="408" y="65"/>
                        <a:pt x="310" y="1"/>
                        <a:pt x="2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32" name="Google Shape;932;p40"/>
                <p:cNvSpPr/>
                <p:nvPr/>
              </p:nvSpPr>
              <p:spPr>
                <a:xfrm>
                  <a:off x="4950014" y="564854"/>
                  <a:ext cx="3774410" cy="19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10" h="422" extrusionOk="0">
                      <a:moveTo>
                        <a:pt x="281" y="1"/>
                      </a:moveTo>
                      <a:cubicBezTo>
                        <a:pt x="0" y="1"/>
                        <a:pt x="0" y="421"/>
                        <a:pt x="281" y="421"/>
                      </a:cubicBezTo>
                      <a:lnTo>
                        <a:pt x="81029" y="421"/>
                      </a:lnTo>
                      <a:cubicBezTo>
                        <a:pt x="81309" y="421"/>
                        <a:pt x="81309" y="1"/>
                        <a:pt x="810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33" name="Google Shape;933;p40"/>
                <p:cNvSpPr/>
                <p:nvPr/>
              </p:nvSpPr>
              <p:spPr>
                <a:xfrm>
                  <a:off x="5404419" y="-1308982"/>
                  <a:ext cx="2868524" cy="3764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95" h="81106" extrusionOk="0">
                      <a:moveTo>
                        <a:pt x="30911" y="408"/>
                      </a:moveTo>
                      <a:cubicBezTo>
                        <a:pt x="42573" y="421"/>
                        <a:pt x="53650" y="5519"/>
                        <a:pt x="61260" y="14365"/>
                      </a:cubicBezTo>
                      <a:cubicBezTo>
                        <a:pt x="53612" y="19132"/>
                        <a:pt x="42548" y="21873"/>
                        <a:pt x="30860" y="21873"/>
                      </a:cubicBezTo>
                      <a:cubicBezTo>
                        <a:pt x="19171" y="21847"/>
                        <a:pt x="8146" y="19094"/>
                        <a:pt x="536" y="14314"/>
                      </a:cubicBezTo>
                      <a:cubicBezTo>
                        <a:pt x="8158" y="5481"/>
                        <a:pt x="19248" y="408"/>
                        <a:pt x="30911" y="408"/>
                      </a:cubicBezTo>
                      <a:close/>
                      <a:moveTo>
                        <a:pt x="30860" y="0"/>
                      </a:moveTo>
                      <a:cubicBezTo>
                        <a:pt x="19005" y="0"/>
                        <a:pt x="7750" y="5201"/>
                        <a:pt x="52" y="14225"/>
                      </a:cubicBezTo>
                      <a:cubicBezTo>
                        <a:pt x="13" y="14276"/>
                        <a:pt x="1" y="14327"/>
                        <a:pt x="13" y="14391"/>
                      </a:cubicBezTo>
                      <a:cubicBezTo>
                        <a:pt x="13" y="14442"/>
                        <a:pt x="52" y="14505"/>
                        <a:pt x="103" y="14531"/>
                      </a:cubicBezTo>
                      <a:cubicBezTo>
                        <a:pt x="7789" y="19438"/>
                        <a:pt x="19005" y="22255"/>
                        <a:pt x="30860" y="22281"/>
                      </a:cubicBezTo>
                      <a:cubicBezTo>
                        <a:pt x="42739" y="22281"/>
                        <a:pt x="53969" y="19477"/>
                        <a:pt x="61693" y="14595"/>
                      </a:cubicBezTo>
                      <a:cubicBezTo>
                        <a:pt x="61744" y="14556"/>
                        <a:pt x="61769" y="14505"/>
                        <a:pt x="61782" y="14442"/>
                      </a:cubicBezTo>
                      <a:cubicBezTo>
                        <a:pt x="61795" y="14391"/>
                        <a:pt x="61769" y="14327"/>
                        <a:pt x="61731" y="14276"/>
                      </a:cubicBezTo>
                      <a:cubicBezTo>
                        <a:pt x="54032" y="5213"/>
                        <a:pt x="42752" y="0"/>
                        <a:pt x="30860" y="0"/>
                      </a:cubicBezTo>
                      <a:close/>
                      <a:moveTo>
                        <a:pt x="30860" y="59232"/>
                      </a:moveTo>
                      <a:cubicBezTo>
                        <a:pt x="42548" y="59232"/>
                        <a:pt x="53612" y="61973"/>
                        <a:pt x="61260" y="66740"/>
                      </a:cubicBezTo>
                      <a:cubicBezTo>
                        <a:pt x="53650" y="75586"/>
                        <a:pt x="42573" y="80672"/>
                        <a:pt x="30911" y="80685"/>
                      </a:cubicBezTo>
                      <a:cubicBezTo>
                        <a:pt x="30896" y="80685"/>
                        <a:pt x="30881" y="80685"/>
                        <a:pt x="30867" y="80685"/>
                      </a:cubicBezTo>
                      <a:cubicBezTo>
                        <a:pt x="19220" y="80685"/>
                        <a:pt x="8149" y="75613"/>
                        <a:pt x="536" y="66791"/>
                      </a:cubicBezTo>
                      <a:cubicBezTo>
                        <a:pt x="8146" y="62011"/>
                        <a:pt x="19184" y="59258"/>
                        <a:pt x="30860" y="59232"/>
                      </a:cubicBezTo>
                      <a:close/>
                      <a:moveTo>
                        <a:pt x="30860" y="58812"/>
                      </a:moveTo>
                      <a:cubicBezTo>
                        <a:pt x="19005" y="58837"/>
                        <a:pt x="7789" y="61667"/>
                        <a:pt x="103" y="66562"/>
                      </a:cubicBezTo>
                      <a:cubicBezTo>
                        <a:pt x="52" y="66600"/>
                        <a:pt x="13" y="66651"/>
                        <a:pt x="13" y="66702"/>
                      </a:cubicBezTo>
                      <a:cubicBezTo>
                        <a:pt x="1" y="66766"/>
                        <a:pt x="13" y="66829"/>
                        <a:pt x="52" y="66880"/>
                      </a:cubicBezTo>
                      <a:cubicBezTo>
                        <a:pt x="7750" y="75892"/>
                        <a:pt x="19005" y="81092"/>
                        <a:pt x="30860" y="81105"/>
                      </a:cubicBezTo>
                      <a:cubicBezTo>
                        <a:pt x="42752" y="81105"/>
                        <a:pt x="54045" y="75879"/>
                        <a:pt x="61731" y="66816"/>
                      </a:cubicBezTo>
                      <a:cubicBezTo>
                        <a:pt x="61769" y="66778"/>
                        <a:pt x="61782" y="66715"/>
                        <a:pt x="61782" y="66664"/>
                      </a:cubicBezTo>
                      <a:cubicBezTo>
                        <a:pt x="61769" y="66600"/>
                        <a:pt x="61744" y="66549"/>
                        <a:pt x="61693" y="66511"/>
                      </a:cubicBezTo>
                      <a:cubicBezTo>
                        <a:pt x="53969" y="61616"/>
                        <a:pt x="42739" y="58812"/>
                        <a:pt x="30860" y="5881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934" name="Google Shape;934;p40"/>
            <p:cNvGrpSpPr/>
            <p:nvPr/>
          </p:nvGrpSpPr>
          <p:grpSpPr>
            <a:xfrm>
              <a:off x="1305142" y="519868"/>
              <a:ext cx="1554088" cy="1934834"/>
              <a:chOff x="-4338020" y="-3824097"/>
              <a:chExt cx="3789533" cy="4717958"/>
            </a:xfrm>
          </p:grpSpPr>
          <p:sp>
            <p:nvSpPr>
              <p:cNvPr id="935" name="Google Shape;935;p40"/>
              <p:cNvSpPr/>
              <p:nvPr/>
            </p:nvSpPr>
            <p:spPr>
              <a:xfrm rot="205075">
                <a:off x="-4242722" y="-2466385"/>
                <a:ext cx="2786875" cy="3280089"/>
              </a:xfrm>
              <a:custGeom>
                <a:avLst/>
                <a:gdLst/>
                <a:ahLst/>
                <a:cxnLst/>
                <a:rect l="l" t="t" r="r" b="b"/>
                <a:pathLst>
                  <a:path w="60036" h="70661" extrusionOk="0">
                    <a:moveTo>
                      <a:pt x="28148" y="1"/>
                    </a:moveTo>
                    <a:cubicBezTo>
                      <a:pt x="27836" y="1"/>
                      <a:pt x="27553" y="20"/>
                      <a:pt x="27303" y="60"/>
                    </a:cubicBezTo>
                    <a:cubicBezTo>
                      <a:pt x="24027" y="608"/>
                      <a:pt x="14557" y="9480"/>
                      <a:pt x="11039" y="19027"/>
                    </a:cubicBezTo>
                    <a:cubicBezTo>
                      <a:pt x="7534" y="28561"/>
                      <a:pt x="1" y="50625"/>
                      <a:pt x="64" y="53136"/>
                    </a:cubicBezTo>
                    <a:cubicBezTo>
                      <a:pt x="115" y="54640"/>
                      <a:pt x="778" y="56081"/>
                      <a:pt x="1900" y="57100"/>
                    </a:cubicBezTo>
                    <a:lnTo>
                      <a:pt x="345" y="61077"/>
                    </a:lnTo>
                    <a:cubicBezTo>
                      <a:pt x="345" y="61077"/>
                      <a:pt x="23151" y="70661"/>
                      <a:pt x="37158" y="70661"/>
                    </a:cubicBezTo>
                    <a:cubicBezTo>
                      <a:pt x="38946" y="70661"/>
                      <a:pt x="40590" y="70504"/>
                      <a:pt x="42025" y="70152"/>
                    </a:cubicBezTo>
                    <a:cubicBezTo>
                      <a:pt x="41082" y="67692"/>
                      <a:pt x="41375" y="67144"/>
                      <a:pt x="41375" y="67144"/>
                    </a:cubicBezTo>
                    <a:cubicBezTo>
                      <a:pt x="41375" y="67144"/>
                      <a:pt x="45951" y="65513"/>
                      <a:pt x="47340" y="63601"/>
                    </a:cubicBezTo>
                    <a:cubicBezTo>
                      <a:pt x="48730" y="61689"/>
                      <a:pt x="58876" y="22341"/>
                      <a:pt x="59462" y="19358"/>
                    </a:cubicBezTo>
                    <a:cubicBezTo>
                      <a:pt x="60036" y="16363"/>
                      <a:pt x="59360" y="13814"/>
                      <a:pt x="56174" y="12055"/>
                    </a:cubicBezTo>
                    <a:cubicBezTo>
                      <a:pt x="54020" y="10869"/>
                      <a:pt x="51317" y="9225"/>
                      <a:pt x="51317" y="9225"/>
                    </a:cubicBezTo>
                    <a:lnTo>
                      <a:pt x="52146" y="8078"/>
                    </a:lnTo>
                    <a:lnTo>
                      <a:pt x="45084" y="3744"/>
                    </a:lnTo>
                    <a:lnTo>
                      <a:pt x="41949" y="1067"/>
                    </a:lnTo>
                    <a:lnTo>
                      <a:pt x="39897" y="2788"/>
                    </a:lnTo>
                    <a:cubicBezTo>
                      <a:pt x="39897" y="2788"/>
                      <a:pt x="31949" y="1"/>
                      <a:pt x="281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6" name="Google Shape;936;p40"/>
              <p:cNvSpPr/>
              <p:nvPr/>
            </p:nvSpPr>
            <p:spPr>
              <a:xfrm rot="205075">
                <a:off x="-2285270" y="-3774608"/>
                <a:ext cx="1699253" cy="1309696"/>
              </a:xfrm>
              <a:custGeom>
                <a:avLst/>
                <a:gdLst/>
                <a:ahLst/>
                <a:cxnLst/>
                <a:rect l="l" t="t" r="r" b="b"/>
                <a:pathLst>
                  <a:path w="36606" h="28214" extrusionOk="0">
                    <a:moveTo>
                      <a:pt x="21465" y="1"/>
                    </a:moveTo>
                    <a:cubicBezTo>
                      <a:pt x="18877" y="1"/>
                      <a:pt x="15290" y="962"/>
                      <a:pt x="15665" y="3165"/>
                    </a:cubicBezTo>
                    <a:cubicBezTo>
                      <a:pt x="14422" y="2393"/>
                      <a:pt x="12814" y="1673"/>
                      <a:pt x="11247" y="1673"/>
                    </a:cubicBezTo>
                    <a:cubicBezTo>
                      <a:pt x="10486" y="1673"/>
                      <a:pt x="9733" y="1843"/>
                      <a:pt x="9037" y="2260"/>
                    </a:cubicBezTo>
                    <a:cubicBezTo>
                      <a:pt x="6972" y="3483"/>
                      <a:pt x="6144" y="6976"/>
                      <a:pt x="7342" y="8939"/>
                    </a:cubicBezTo>
                    <a:cubicBezTo>
                      <a:pt x="3378" y="9704"/>
                      <a:pt x="0" y="16192"/>
                      <a:pt x="4257" y="18703"/>
                    </a:cubicBezTo>
                    <a:cubicBezTo>
                      <a:pt x="3161" y="20360"/>
                      <a:pt x="4474" y="22475"/>
                      <a:pt x="5443" y="23941"/>
                    </a:cubicBezTo>
                    <a:cubicBezTo>
                      <a:pt x="7506" y="27041"/>
                      <a:pt x="10537" y="28213"/>
                      <a:pt x="13783" y="28213"/>
                    </a:cubicBezTo>
                    <a:cubicBezTo>
                      <a:pt x="17918" y="28213"/>
                      <a:pt x="22401" y="26311"/>
                      <a:pt x="25671" y="24069"/>
                    </a:cubicBezTo>
                    <a:cubicBezTo>
                      <a:pt x="26207" y="23699"/>
                      <a:pt x="26971" y="23202"/>
                      <a:pt x="27392" y="22692"/>
                    </a:cubicBezTo>
                    <a:cubicBezTo>
                      <a:pt x="27846" y="22136"/>
                      <a:pt x="28674" y="20336"/>
                      <a:pt x="29471" y="20336"/>
                    </a:cubicBezTo>
                    <a:cubicBezTo>
                      <a:pt x="29569" y="20336"/>
                      <a:pt x="29667" y="20363"/>
                      <a:pt x="29763" y="20423"/>
                    </a:cubicBezTo>
                    <a:lnTo>
                      <a:pt x="29776" y="20423"/>
                    </a:lnTo>
                    <a:cubicBezTo>
                      <a:pt x="29941" y="20464"/>
                      <a:pt x="30112" y="20483"/>
                      <a:pt x="30286" y="20483"/>
                    </a:cubicBezTo>
                    <a:cubicBezTo>
                      <a:pt x="33061" y="20483"/>
                      <a:pt x="36606" y="15559"/>
                      <a:pt x="33727" y="13808"/>
                    </a:cubicBezTo>
                    <a:cubicBezTo>
                      <a:pt x="35578" y="10607"/>
                      <a:pt x="32733" y="5669"/>
                      <a:pt x="29259" y="5669"/>
                    </a:cubicBezTo>
                    <a:cubicBezTo>
                      <a:pt x="28665" y="5669"/>
                      <a:pt x="28053" y="5813"/>
                      <a:pt x="27443" y="6135"/>
                    </a:cubicBezTo>
                    <a:cubicBezTo>
                      <a:pt x="27277" y="5357"/>
                      <a:pt x="27150" y="4580"/>
                      <a:pt x="26857" y="3840"/>
                    </a:cubicBezTo>
                    <a:cubicBezTo>
                      <a:pt x="26296" y="2438"/>
                      <a:pt x="24894" y="883"/>
                      <a:pt x="23504" y="297"/>
                    </a:cubicBezTo>
                    <a:cubicBezTo>
                      <a:pt x="23044" y="103"/>
                      <a:pt x="22308" y="1"/>
                      <a:pt x="21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7" name="Google Shape;937;p40"/>
              <p:cNvSpPr/>
              <p:nvPr/>
            </p:nvSpPr>
            <p:spPr>
              <a:xfrm rot="205075">
                <a:off x="-2196356" y="-3233037"/>
                <a:ext cx="1313595" cy="1246147"/>
              </a:xfrm>
              <a:custGeom>
                <a:avLst/>
                <a:gdLst/>
                <a:ahLst/>
                <a:cxnLst/>
                <a:rect l="l" t="t" r="r" b="b"/>
                <a:pathLst>
                  <a:path w="28298" h="26845" extrusionOk="0">
                    <a:moveTo>
                      <a:pt x="16877" y="0"/>
                    </a:moveTo>
                    <a:cubicBezTo>
                      <a:pt x="16877" y="0"/>
                      <a:pt x="14935" y="4958"/>
                      <a:pt x="12606" y="4958"/>
                    </a:cubicBezTo>
                    <a:cubicBezTo>
                      <a:pt x="12396" y="4958"/>
                      <a:pt x="12184" y="4918"/>
                      <a:pt x="11970" y="4831"/>
                    </a:cubicBezTo>
                    <a:cubicBezTo>
                      <a:pt x="10948" y="4413"/>
                      <a:pt x="10508" y="3738"/>
                      <a:pt x="10014" y="3738"/>
                    </a:cubicBezTo>
                    <a:cubicBezTo>
                      <a:pt x="9831" y="3738"/>
                      <a:pt x="9639" y="3831"/>
                      <a:pt x="9408" y="4066"/>
                    </a:cubicBezTo>
                    <a:cubicBezTo>
                      <a:pt x="8860" y="4614"/>
                      <a:pt x="8860" y="9713"/>
                      <a:pt x="8375" y="10656"/>
                    </a:cubicBezTo>
                    <a:cubicBezTo>
                      <a:pt x="8264" y="10874"/>
                      <a:pt x="8140" y="10964"/>
                      <a:pt x="8011" y="10964"/>
                    </a:cubicBezTo>
                    <a:cubicBezTo>
                      <a:pt x="7401" y="10964"/>
                      <a:pt x="6680" y="8948"/>
                      <a:pt x="6680" y="8948"/>
                    </a:cubicBezTo>
                    <a:cubicBezTo>
                      <a:pt x="7254" y="7788"/>
                      <a:pt x="7661" y="6565"/>
                      <a:pt x="7929" y="5303"/>
                    </a:cubicBezTo>
                    <a:cubicBezTo>
                      <a:pt x="8484" y="2664"/>
                      <a:pt x="7037" y="1176"/>
                      <a:pt x="5341" y="1176"/>
                    </a:cubicBezTo>
                    <a:cubicBezTo>
                      <a:pt x="4153" y="1176"/>
                      <a:pt x="2844" y="1905"/>
                      <a:pt x="2015" y="3480"/>
                    </a:cubicBezTo>
                    <a:cubicBezTo>
                      <a:pt x="1" y="7317"/>
                      <a:pt x="281" y="11396"/>
                      <a:pt x="3697" y="11689"/>
                    </a:cubicBezTo>
                    <a:cubicBezTo>
                      <a:pt x="2614" y="14786"/>
                      <a:pt x="4003" y="17590"/>
                      <a:pt x="3748" y="19069"/>
                    </a:cubicBezTo>
                    <a:cubicBezTo>
                      <a:pt x="3493" y="20547"/>
                      <a:pt x="549" y="22179"/>
                      <a:pt x="549" y="22179"/>
                    </a:cubicBezTo>
                    <a:cubicBezTo>
                      <a:pt x="549" y="22179"/>
                      <a:pt x="3315" y="25659"/>
                      <a:pt x="6833" y="26844"/>
                    </a:cubicBezTo>
                    <a:cubicBezTo>
                      <a:pt x="8106" y="24467"/>
                      <a:pt x="8669" y="23743"/>
                      <a:pt x="9333" y="23743"/>
                    </a:cubicBezTo>
                    <a:cubicBezTo>
                      <a:pt x="9873" y="23743"/>
                      <a:pt x="10479" y="24220"/>
                      <a:pt x="11587" y="24677"/>
                    </a:cubicBezTo>
                    <a:cubicBezTo>
                      <a:pt x="12481" y="25050"/>
                      <a:pt x="13468" y="25280"/>
                      <a:pt x="14495" y="25280"/>
                    </a:cubicBezTo>
                    <a:cubicBezTo>
                      <a:pt x="16309" y="25280"/>
                      <a:pt x="18247" y="24563"/>
                      <a:pt x="20013" y="22651"/>
                    </a:cubicBezTo>
                    <a:cubicBezTo>
                      <a:pt x="24843" y="17437"/>
                      <a:pt x="28298" y="6973"/>
                      <a:pt x="28298" y="6973"/>
                    </a:cubicBezTo>
                    <a:lnTo>
                      <a:pt x="28285" y="6973"/>
                    </a:lnTo>
                    <a:cubicBezTo>
                      <a:pt x="22613" y="5303"/>
                      <a:pt x="16877" y="0"/>
                      <a:pt x="16877" y="0"/>
                    </a:cubicBezTo>
                    <a:close/>
                  </a:path>
                </a:pathLst>
              </a:custGeom>
              <a:solidFill>
                <a:srgbClr val="FCA6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8" name="Google Shape;938;p40"/>
              <p:cNvSpPr/>
              <p:nvPr/>
            </p:nvSpPr>
            <p:spPr>
              <a:xfrm rot="205075">
                <a:off x="-2029125" y="-3125793"/>
                <a:ext cx="166509" cy="313521"/>
              </a:xfrm>
              <a:custGeom>
                <a:avLst/>
                <a:gdLst/>
                <a:ahLst/>
                <a:cxnLst/>
                <a:rect l="l" t="t" r="r" b="b"/>
                <a:pathLst>
                  <a:path w="3587" h="6754" extrusionOk="0">
                    <a:moveTo>
                      <a:pt x="1623" y="0"/>
                    </a:moveTo>
                    <a:cubicBezTo>
                      <a:pt x="1244" y="0"/>
                      <a:pt x="951" y="104"/>
                      <a:pt x="935" y="111"/>
                    </a:cubicBezTo>
                    <a:cubicBezTo>
                      <a:pt x="573" y="247"/>
                      <a:pt x="714" y="735"/>
                      <a:pt x="1027" y="735"/>
                    </a:cubicBezTo>
                    <a:cubicBezTo>
                      <a:pt x="1066" y="735"/>
                      <a:pt x="1108" y="728"/>
                      <a:pt x="1152" y="711"/>
                    </a:cubicBezTo>
                    <a:cubicBezTo>
                      <a:pt x="1152" y="711"/>
                      <a:pt x="1359" y="641"/>
                      <a:pt x="1617" y="641"/>
                    </a:cubicBezTo>
                    <a:cubicBezTo>
                      <a:pt x="1774" y="641"/>
                      <a:pt x="1949" y="667"/>
                      <a:pt x="2108" y="749"/>
                    </a:cubicBezTo>
                    <a:cubicBezTo>
                      <a:pt x="2363" y="876"/>
                      <a:pt x="2541" y="1131"/>
                      <a:pt x="2643" y="1514"/>
                    </a:cubicBezTo>
                    <a:cubicBezTo>
                      <a:pt x="2873" y="2342"/>
                      <a:pt x="2465" y="3884"/>
                      <a:pt x="1713" y="5019"/>
                    </a:cubicBezTo>
                    <a:cubicBezTo>
                      <a:pt x="1292" y="5656"/>
                      <a:pt x="821" y="6064"/>
                      <a:pt x="426" y="6115"/>
                    </a:cubicBezTo>
                    <a:cubicBezTo>
                      <a:pt x="1" y="6140"/>
                      <a:pt x="41" y="6753"/>
                      <a:pt x="440" y="6753"/>
                    </a:cubicBezTo>
                    <a:cubicBezTo>
                      <a:pt x="447" y="6753"/>
                      <a:pt x="456" y="6753"/>
                      <a:pt x="464" y="6752"/>
                    </a:cubicBezTo>
                    <a:lnTo>
                      <a:pt x="515" y="6752"/>
                    </a:lnTo>
                    <a:cubicBezTo>
                      <a:pt x="1267" y="6638"/>
                      <a:pt x="1879" y="5937"/>
                      <a:pt x="2248" y="5363"/>
                    </a:cubicBezTo>
                    <a:cubicBezTo>
                      <a:pt x="3000" y="4241"/>
                      <a:pt x="3587" y="2495"/>
                      <a:pt x="3268" y="1335"/>
                    </a:cubicBezTo>
                    <a:cubicBezTo>
                      <a:pt x="3115" y="787"/>
                      <a:pt x="2822" y="392"/>
                      <a:pt x="2401" y="175"/>
                    </a:cubicBezTo>
                    <a:cubicBezTo>
                      <a:pt x="2139" y="42"/>
                      <a:pt x="1864" y="0"/>
                      <a:pt x="16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9" name="Google Shape;939;p40"/>
              <p:cNvSpPr/>
              <p:nvPr/>
            </p:nvSpPr>
            <p:spPr>
              <a:xfrm rot="205075">
                <a:off x="-1393566" y="-2674848"/>
                <a:ext cx="207962" cy="300013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6463" extrusionOk="0">
                    <a:moveTo>
                      <a:pt x="4072" y="0"/>
                    </a:moveTo>
                    <a:cubicBezTo>
                      <a:pt x="3893" y="0"/>
                      <a:pt x="3740" y="153"/>
                      <a:pt x="3753" y="332"/>
                    </a:cubicBezTo>
                    <a:cubicBezTo>
                      <a:pt x="3791" y="2142"/>
                      <a:pt x="3549" y="5188"/>
                      <a:pt x="2708" y="5660"/>
                    </a:cubicBezTo>
                    <a:cubicBezTo>
                      <a:pt x="2514" y="5770"/>
                      <a:pt x="2324" y="5815"/>
                      <a:pt x="2144" y="5815"/>
                    </a:cubicBezTo>
                    <a:cubicBezTo>
                      <a:pt x="1342" y="5815"/>
                      <a:pt x="725" y="4924"/>
                      <a:pt x="694" y="4882"/>
                    </a:cubicBezTo>
                    <a:cubicBezTo>
                      <a:pt x="623" y="4778"/>
                      <a:pt x="528" y="4734"/>
                      <a:pt x="435" y="4734"/>
                    </a:cubicBezTo>
                    <a:cubicBezTo>
                      <a:pt x="211" y="4734"/>
                      <a:pt x="0" y="4987"/>
                      <a:pt x="171" y="5239"/>
                    </a:cubicBezTo>
                    <a:cubicBezTo>
                      <a:pt x="503" y="5736"/>
                      <a:pt x="1255" y="6463"/>
                      <a:pt x="2147" y="6463"/>
                    </a:cubicBezTo>
                    <a:cubicBezTo>
                      <a:pt x="2453" y="6463"/>
                      <a:pt x="2746" y="6374"/>
                      <a:pt x="3014" y="6233"/>
                    </a:cubicBezTo>
                    <a:cubicBezTo>
                      <a:pt x="4480" y="5418"/>
                      <a:pt x="4403" y="842"/>
                      <a:pt x="4390" y="319"/>
                    </a:cubicBezTo>
                    <a:cubicBezTo>
                      <a:pt x="4390" y="141"/>
                      <a:pt x="4250" y="0"/>
                      <a:pt x="40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 rot="205075">
                <a:off x="-1379307" y="-3012312"/>
                <a:ext cx="205548" cy="101660"/>
              </a:xfrm>
              <a:custGeom>
                <a:avLst/>
                <a:gdLst/>
                <a:ahLst/>
                <a:cxnLst/>
                <a:rect l="l" t="t" r="r" b="b"/>
                <a:pathLst>
                  <a:path w="4428" h="2190" extrusionOk="0">
                    <a:moveTo>
                      <a:pt x="1781" y="0"/>
                    </a:moveTo>
                    <a:cubicBezTo>
                      <a:pt x="576" y="0"/>
                      <a:pt x="0" y="653"/>
                      <a:pt x="489" y="1165"/>
                    </a:cubicBezTo>
                    <a:cubicBezTo>
                      <a:pt x="850" y="1542"/>
                      <a:pt x="2280" y="2190"/>
                      <a:pt x="3322" y="2190"/>
                    </a:cubicBezTo>
                    <a:cubicBezTo>
                      <a:pt x="3864" y="2190"/>
                      <a:pt x="4301" y="2014"/>
                      <a:pt x="4428" y="1535"/>
                    </a:cubicBezTo>
                    <a:cubicBezTo>
                      <a:pt x="4275" y="859"/>
                      <a:pt x="3752" y="222"/>
                      <a:pt x="2248" y="30"/>
                    </a:cubicBezTo>
                    <a:cubicBezTo>
                      <a:pt x="2084" y="10"/>
                      <a:pt x="1928" y="0"/>
                      <a:pt x="17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 rot="205075">
                <a:off x="-1092827" y="-2860543"/>
                <a:ext cx="151515" cy="133504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876" extrusionOk="0">
                    <a:moveTo>
                      <a:pt x="1394" y="1"/>
                    </a:moveTo>
                    <a:cubicBezTo>
                      <a:pt x="1240" y="1"/>
                      <a:pt x="1089" y="32"/>
                      <a:pt x="944" y="83"/>
                    </a:cubicBezTo>
                    <a:cubicBezTo>
                      <a:pt x="1" y="1026"/>
                      <a:pt x="1785" y="2722"/>
                      <a:pt x="2384" y="2862"/>
                    </a:cubicBezTo>
                    <a:cubicBezTo>
                      <a:pt x="2424" y="2871"/>
                      <a:pt x="2463" y="2876"/>
                      <a:pt x="2500" y="2876"/>
                    </a:cubicBezTo>
                    <a:cubicBezTo>
                      <a:pt x="3022" y="2876"/>
                      <a:pt x="3263" y="1989"/>
                      <a:pt x="2716" y="1014"/>
                    </a:cubicBezTo>
                    <a:cubicBezTo>
                      <a:pt x="2276" y="246"/>
                      <a:pt x="1822" y="1"/>
                      <a:pt x="13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 rot="205075">
                <a:off x="-1387191" y="-2813393"/>
                <a:ext cx="88802" cy="90612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952" extrusionOk="0">
                    <a:moveTo>
                      <a:pt x="1190" y="1"/>
                    </a:moveTo>
                    <a:cubicBezTo>
                      <a:pt x="879" y="1"/>
                      <a:pt x="531" y="219"/>
                      <a:pt x="306" y="575"/>
                    </a:cubicBezTo>
                    <a:cubicBezTo>
                      <a:pt x="0" y="1072"/>
                      <a:pt x="51" y="1646"/>
                      <a:pt x="421" y="1862"/>
                    </a:cubicBezTo>
                    <a:cubicBezTo>
                      <a:pt x="516" y="1923"/>
                      <a:pt x="623" y="1952"/>
                      <a:pt x="735" y="1952"/>
                    </a:cubicBezTo>
                    <a:cubicBezTo>
                      <a:pt x="1046" y="1952"/>
                      <a:pt x="1394" y="1734"/>
                      <a:pt x="1619" y="1378"/>
                    </a:cubicBezTo>
                    <a:cubicBezTo>
                      <a:pt x="1912" y="881"/>
                      <a:pt x="1861" y="307"/>
                      <a:pt x="1504" y="90"/>
                    </a:cubicBezTo>
                    <a:cubicBezTo>
                      <a:pt x="1409" y="30"/>
                      <a:pt x="1302" y="1"/>
                      <a:pt x="11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 rot="205075">
                <a:off x="-1157970" y="-2661922"/>
                <a:ext cx="88802" cy="90937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959" extrusionOk="0">
                    <a:moveTo>
                      <a:pt x="1192" y="1"/>
                    </a:moveTo>
                    <a:cubicBezTo>
                      <a:pt x="878" y="1"/>
                      <a:pt x="522" y="215"/>
                      <a:pt x="306" y="582"/>
                    </a:cubicBezTo>
                    <a:cubicBezTo>
                      <a:pt x="0" y="1079"/>
                      <a:pt x="51" y="1652"/>
                      <a:pt x="408" y="1869"/>
                    </a:cubicBezTo>
                    <a:cubicBezTo>
                      <a:pt x="506" y="1930"/>
                      <a:pt x="616" y="1959"/>
                      <a:pt x="730" y="1959"/>
                    </a:cubicBezTo>
                    <a:cubicBezTo>
                      <a:pt x="1045" y="1959"/>
                      <a:pt x="1391" y="1740"/>
                      <a:pt x="1606" y="1385"/>
                    </a:cubicBezTo>
                    <a:cubicBezTo>
                      <a:pt x="1912" y="888"/>
                      <a:pt x="1861" y="314"/>
                      <a:pt x="1504" y="85"/>
                    </a:cubicBezTo>
                    <a:cubicBezTo>
                      <a:pt x="1411" y="28"/>
                      <a:pt x="1304" y="1"/>
                      <a:pt x="1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 rot="205075">
                <a:off x="-1603318" y="-2482716"/>
                <a:ext cx="190833" cy="198214"/>
              </a:xfrm>
              <a:custGeom>
                <a:avLst/>
                <a:gdLst/>
                <a:ahLst/>
                <a:cxnLst/>
                <a:rect l="l" t="t" r="r" b="b"/>
                <a:pathLst>
                  <a:path w="4111" h="4270" extrusionOk="0">
                    <a:moveTo>
                      <a:pt x="642" y="0"/>
                    </a:moveTo>
                    <a:cubicBezTo>
                      <a:pt x="317" y="0"/>
                      <a:pt x="55" y="478"/>
                      <a:pt x="39" y="1169"/>
                    </a:cubicBezTo>
                    <a:cubicBezTo>
                      <a:pt x="1" y="2291"/>
                      <a:pt x="1301" y="3910"/>
                      <a:pt x="1964" y="4152"/>
                    </a:cubicBezTo>
                    <a:cubicBezTo>
                      <a:pt x="2172" y="4227"/>
                      <a:pt x="2468" y="4270"/>
                      <a:pt x="2766" y="4270"/>
                    </a:cubicBezTo>
                    <a:cubicBezTo>
                      <a:pt x="3433" y="4270"/>
                      <a:pt x="4111" y="4053"/>
                      <a:pt x="3838" y="3489"/>
                    </a:cubicBezTo>
                    <a:cubicBezTo>
                      <a:pt x="3838" y="3489"/>
                      <a:pt x="1798" y="1756"/>
                      <a:pt x="1275" y="621"/>
                    </a:cubicBezTo>
                    <a:cubicBezTo>
                      <a:pt x="1070" y="186"/>
                      <a:pt x="844" y="0"/>
                      <a:pt x="6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5" name="Google Shape;945;p40"/>
              <p:cNvSpPr/>
              <p:nvPr/>
            </p:nvSpPr>
            <p:spPr>
              <a:xfrm rot="205075">
                <a:off x="-2031398" y="-3014187"/>
                <a:ext cx="149287" cy="53847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160" extrusionOk="0">
                    <a:moveTo>
                      <a:pt x="1691" y="1"/>
                    </a:moveTo>
                    <a:cubicBezTo>
                      <a:pt x="1243" y="1"/>
                      <a:pt x="735" y="155"/>
                      <a:pt x="230" y="599"/>
                    </a:cubicBezTo>
                    <a:cubicBezTo>
                      <a:pt x="0" y="790"/>
                      <a:pt x="141" y="1159"/>
                      <a:pt x="434" y="1159"/>
                    </a:cubicBezTo>
                    <a:cubicBezTo>
                      <a:pt x="510" y="1159"/>
                      <a:pt x="587" y="1134"/>
                      <a:pt x="651" y="1083"/>
                    </a:cubicBezTo>
                    <a:cubicBezTo>
                      <a:pt x="1038" y="740"/>
                      <a:pt x="1401" y="631"/>
                      <a:pt x="1705" y="631"/>
                    </a:cubicBezTo>
                    <a:cubicBezTo>
                      <a:pt x="2179" y="631"/>
                      <a:pt x="2508" y="896"/>
                      <a:pt x="2562" y="943"/>
                    </a:cubicBezTo>
                    <a:cubicBezTo>
                      <a:pt x="2629" y="996"/>
                      <a:pt x="2699" y="1019"/>
                      <a:pt x="2765" y="1019"/>
                    </a:cubicBezTo>
                    <a:cubicBezTo>
                      <a:pt x="3016" y="1019"/>
                      <a:pt x="3215" y="693"/>
                      <a:pt x="2983" y="471"/>
                    </a:cubicBezTo>
                    <a:cubicBezTo>
                      <a:pt x="2733" y="250"/>
                      <a:pt x="2260" y="1"/>
                      <a:pt x="16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6" name="Google Shape;946;p40"/>
              <p:cNvSpPr/>
              <p:nvPr/>
            </p:nvSpPr>
            <p:spPr>
              <a:xfrm rot="205075">
                <a:off x="-2010178" y="-2431158"/>
                <a:ext cx="252664" cy="324894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6999" extrusionOk="0">
                    <a:moveTo>
                      <a:pt x="0" y="1"/>
                    </a:moveTo>
                    <a:cubicBezTo>
                      <a:pt x="0" y="1"/>
                      <a:pt x="0" y="3111"/>
                      <a:pt x="1479" y="4832"/>
                    </a:cubicBezTo>
                    <a:cubicBezTo>
                      <a:pt x="2154" y="5597"/>
                      <a:pt x="2881" y="6323"/>
                      <a:pt x="3646" y="6999"/>
                    </a:cubicBezTo>
                    <a:cubicBezTo>
                      <a:pt x="4131" y="6302"/>
                      <a:pt x="4488" y="6051"/>
                      <a:pt x="4881" y="6051"/>
                    </a:cubicBezTo>
                    <a:cubicBezTo>
                      <a:pt x="5056" y="6051"/>
                      <a:pt x="5239" y="6100"/>
                      <a:pt x="5443" y="6183"/>
                    </a:cubicBezTo>
                    <a:cubicBezTo>
                      <a:pt x="4703" y="5788"/>
                      <a:pt x="4002" y="5316"/>
                      <a:pt x="3365" y="4781"/>
                    </a:cubicBezTo>
                    <a:cubicBezTo>
                      <a:pt x="791" y="256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A8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7" name="Google Shape;947;p40"/>
              <p:cNvSpPr/>
              <p:nvPr/>
            </p:nvSpPr>
            <p:spPr>
              <a:xfrm rot="205075">
                <a:off x="-1797724" y="-3369134"/>
                <a:ext cx="1010054" cy="586657"/>
              </a:xfrm>
              <a:custGeom>
                <a:avLst/>
                <a:gdLst/>
                <a:ahLst/>
                <a:cxnLst/>
                <a:rect l="l" t="t" r="r" b="b"/>
                <a:pathLst>
                  <a:path w="21759" h="12638" extrusionOk="0">
                    <a:moveTo>
                      <a:pt x="8958" y="0"/>
                    </a:moveTo>
                    <a:cubicBezTo>
                      <a:pt x="7170" y="0"/>
                      <a:pt x="5432" y="425"/>
                      <a:pt x="4181" y="1587"/>
                    </a:cubicBezTo>
                    <a:cubicBezTo>
                      <a:pt x="3646" y="2084"/>
                      <a:pt x="3505" y="2862"/>
                      <a:pt x="3072" y="3422"/>
                    </a:cubicBezTo>
                    <a:cubicBezTo>
                      <a:pt x="2090" y="4710"/>
                      <a:pt x="1211" y="5742"/>
                      <a:pt x="790" y="7361"/>
                    </a:cubicBezTo>
                    <a:cubicBezTo>
                      <a:pt x="548" y="8343"/>
                      <a:pt x="701" y="9388"/>
                      <a:pt x="535" y="10395"/>
                    </a:cubicBezTo>
                    <a:cubicBezTo>
                      <a:pt x="421" y="11109"/>
                      <a:pt x="51" y="11695"/>
                      <a:pt x="0" y="12421"/>
                    </a:cubicBezTo>
                    <a:cubicBezTo>
                      <a:pt x="290" y="12571"/>
                      <a:pt x="568" y="12638"/>
                      <a:pt x="829" y="12638"/>
                    </a:cubicBezTo>
                    <a:cubicBezTo>
                      <a:pt x="2258" y="12638"/>
                      <a:pt x="3161" y="10645"/>
                      <a:pt x="2460" y="9362"/>
                    </a:cubicBezTo>
                    <a:lnTo>
                      <a:pt x="2460" y="9362"/>
                    </a:lnTo>
                    <a:cubicBezTo>
                      <a:pt x="2911" y="9561"/>
                      <a:pt x="3375" y="9650"/>
                      <a:pt x="3837" y="9650"/>
                    </a:cubicBezTo>
                    <a:cubicBezTo>
                      <a:pt x="6313" y="9650"/>
                      <a:pt x="8753" y="7087"/>
                      <a:pt x="9075" y="5003"/>
                    </a:cubicBezTo>
                    <a:cubicBezTo>
                      <a:pt x="9657" y="6196"/>
                      <a:pt x="10423" y="6842"/>
                      <a:pt x="11475" y="6842"/>
                    </a:cubicBezTo>
                    <a:cubicBezTo>
                      <a:pt x="11806" y="6842"/>
                      <a:pt x="12165" y="6778"/>
                      <a:pt x="12555" y="6647"/>
                    </a:cubicBezTo>
                    <a:cubicBezTo>
                      <a:pt x="13842" y="8694"/>
                      <a:pt x="15536" y="9915"/>
                      <a:pt x="17796" y="9915"/>
                    </a:cubicBezTo>
                    <a:cubicBezTo>
                      <a:pt x="17999" y="9915"/>
                      <a:pt x="18206" y="9905"/>
                      <a:pt x="18419" y="9885"/>
                    </a:cubicBezTo>
                    <a:cubicBezTo>
                      <a:pt x="18670" y="10812"/>
                      <a:pt x="19271" y="11225"/>
                      <a:pt x="19891" y="11225"/>
                    </a:cubicBezTo>
                    <a:cubicBezTo>
                      <a:pt x="20686" y="11225"/>
                      <a:pt x="21511" y="10546"/>
                      <a:pt x="21669" y="9401"/>
                    </a:cubicBezTo>
                    <a:cubicBezTo>
                      <a:pt x="21758" y="8725"/>
                      <a:pt x="21299" y="7603"/>
                      <a:pt x="21057" y="7004"/>
                    </a:cubicBezTo>
                    <a:cubicBezTo>
                      <a:pt x="19974" y="4264"/>
                      <a:pt x="16749" y="1957"/>
                      <a:pt x="14072" y="975"/>
                    </a:cubicBezTo>
                    <a:cubicBezTo>
                      <a:pt x="12614" y="431"/>
                      <a:pt x="10760" y="0"/>
                      <a:pt x="89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8" name="Google Shape;948;p40"/>
              <p:cNvSpPr/>
              <p:nvPr/>
            </p:nvSpPr>
            <p:spPr>
              <a:xfrm rot="205075">
                <a:off x="-3383794" y="-2297305"/>
                <a:ext cx="664503" cy="1248468"/>
              </a:xfrm>
              <a:custGeom>
                <a:avLst/>
                <a:gdLst/>
                <a:ahLst/>
                <a:cxnLst/>
                <a:rect l="l" t="t" r="r" b="b"/>
                <a:pathLst>
                  <a:path w="14315" h="26895" extrusionOk="0">
                    <a:moveTo>
                      <a:pt x="11409" y="0"/>
                    </a:moveTo>
                    <a:cubicBezTo>
                      <a:pt x="11274" y="0"/>
                      <a:pt x="11141" y="136"/>
                      <a:pt x="11218" y="306"/>
                    </a:cubicBezTo>
                    <a:cubicBezTo>
                      <a:pt x="11243" y="357"/>
                      <a:pt x="13869" y="5685"/>
                      <a:pt x="12454" y="9496"/>
                    </a:cubicBezTo>
                    <a:cubicBezTo>
                      <a:pt x="11039" y="13358"/>
                      <a:pt x="192" y="26411"/>
                      <a:pt x="77" y="26551"/>
                    </a:cubicBezTo>
                    <a:cubicBezTo>
                      <a:pt x="1" y="26627"/>
                      <a:pt x="14" y="26768"/>
                      <a:pt x="103" y="26844"/>
                    </a:cubicBezTo>
                    <a:cubicBezTo>
                      <a:pt x="141" y="26870"/>
                      <a:pt x="192" y="26895"/>
                      <a:pt x="243" y="26895"/>
                    </a:cubicBezTo>
                    <a:cubicBezTo>
                      <a:pt x="294" y="26895"/>
                      <a:pt x="358" y="26870"/>
                      <a:pt x="396" y="26819"/>
                    </a:cubicBezTo>
                    <a:cubicBezTo>
                      <a:pt x="842" y="26283"/>
                      <a:pt x="11409" y="13575"/>
                      <a:pt x="12849" y="9636"/>
                    </a:cubicBezTo>
                    <a:cubicBezTo>
                      <a:pt x="14315" y="5660"/>
                      <a:pt x="11702" y="332"/>
                      <a:pt x="11587" y="115"/>
                    </a:cubicBezTo>
                    <a:cubicBezTo>
                      <a:pt x="11545" y="34"/>
                      <a:pt x="11477" y="0"/>
                      <a:pt x="114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9" name="Google Shape;949;p40"/>
              <p:cNvSpPr/>
              <p:nvPr/>
            </p:nvSpPr>
            <p:spPr>
              <a:xfrm rot="205075">
                <a:off x="-2162634" y="-1351878"/>
                <a:ext cx="362448" cy="207823"/>
              </a:xfrm>
              <a:custGeom>
                <a:avLst/>
                <a:gdLst/>
                <a:ahLst/>
                <a:cxnLst/>
                <a:rect l="l" t="t" r="r" b="b"/>
                <a:pathLst>
                  <a:path w="7808" h="4477" extrusionOk="0">
                    <a:moveTo>
                      <a:pt x="309" y="1"/>
                    </a:moveTo>
                    <a:cubicBezTo>
                      <a:pt x="142" y="1"/>
                      <a:pt x="1" y="231"/>
                      <a:pt x="173" y="372"/>
                    </a:cubicBezTo>
                    <a:cubicBezTo>
                      <a:pt x="364" y="538"/>
                      <a:pt x="4838" y="4426"/>
                      <a:pt x="7540" y="4476"/>
                    </a:cubicBezTo>
                    <a:lnTo>
                      <a:pt x="7553" y="4464"/>
                    </a:lnTo>
                    <a:cubicBezTo>
                      <a:pt x="7808" y="4438"/>
                      <a:pt x="7808" y="4069"/>
                      <a:pt x="7553" y="4043"/>
                    </a:cubicBezTo>
                    <a:cubicBezTo>
                      <a:pt x="4991" y="4005"/>
                      <a:pt x="491" y="92"/>
                      <a:pt x="441" y="54"/>
                    </a:cubicBezTo>
                    <a:cubicBezTo>
                      <a:pt x="398" y="17"/>
                      <a:pt x="353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0" name="Google Shape;950;p40"/>
            <p:cNvGrpSpPr/>
            <p:nvPr/>
          </p:nvGrpSpPr>
          <p:grpSpPr>
            <a:xfrm>
              <a:off x="3665571" y="2729982"/>
              <a:ext cx="603205" cy="744477"/>
              <a:chOff x="7317341" y="3117397"/>
              <a:chExt cx="1490500" cy="1839578"/>
            </a:xfrm>
          </p:grpSpPr>
          <p:sp>
            <p:nvSpPr>
              <p:cNvPr id="951" name="Google Shape;951;p40"/>
              <p:cNvSpPr/>
              <p:nvPr/>
            </p:nvSpPr>
            <p:spPr>
              <a:xfrm>
                <a:off x="7457576" y="3119765"/>
                <a:ext cx="701174" cy="1439623"/>
              </a:xfrm>
              <a:custGeom>
                <a:avLst/>
                <a:gdLst/>
                <a:ahLst/>
                <a:cxnLst/>
                <a:rect l="l" t="t" r="r" b="b"/>
                <a:pathLst>
                  <a:path w="15105" h="31013" extrusionOk="0">
                    <a:moveTo>
                      <a:pt x="12237" y="1"/>
                    </a:moveTo>
                    <a:lnTo>
                      <a:pt x="12237" y="1"/>
                    </a:lnTo>
                    <a:cubicBezTo>
                      <a:pt x="12236" y="1"/>
                      <a:pt x="0" y="8987"/>
                      <a:pt x="1033" y="31012"/>
                    </a:cubicBezTo>
                    <a:cubicBezTo>
                      <a:pt x="15105" y="24423"/>
                      <a:pt x="12237" y="1"/>
                      <a:pt x="122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2" name="Google Shape;952;p40"/>
              <p:cNvSpPr/>
              <p:nvPr/>
            </p:nvSpPr>
            <p:spPr>
              <a:xfrm>
                <a:off x="7495454" y="3117397"/>
                <a:ext cx="539632" cy="1404112"/>
              </a:xfrm>
              <a:custGeom>
                <a:avLst/>
                <a:gdLst/>
                <a:ahLst/>
                <a:cxnLst/>
                <a:rect l="l" t="t" r="r" b="b"/>
                <a:pathLst>
                  <a:path w="11625" h="30248" extrusionOk="0">
                    <a:moveTo>
                      <a:pt x="11217" y="1"/>
                    </a:moveTo>
                    <a:cubicBezTo>
                      <a:pt x="7113" y="14710"/>
                      <a:pt x="64" y="29929"/>
                      <a:pt x="0" y="30069"/>
                    </a:cubicBezTo>
                    <a:lnTo>
                      <a:pt x="383" y="30248"/>
                    </a:lnTo>
                    <a:cubicBezTo>
                      <a:pt x="446" y="30095"/>
                      <a:pt x="7508" y="14850"/>
                      <a:pt x="11625" y="103"/>
                    </a:cubicBezTo>
                    <a:lnTo>
                      <a:pt x="112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3" name="Google Shape;953;p40"/>
              <p:cNvSpPr/>
              <p:nvPr/>
            </p:nvSpPr>
            <p:spPr>
              <a:xfrm>
                <a:off x="7333913" y="4393530"/>
                <a:ext cx="1470400" cy="550309"/>
              </a:xfrm>
              <a:custGeom>
                <a:avLst/>
                <a:gdLst/>
                <a:ahLst/>
                <a:cxnLst/>
                <a:rect l="l" t="t" r="r" b="b"/>
                <a:pathLst>
                  <a:path w="31676" h="11855" extrusionOk="0">
                    <a:moveTo>
                      <a:pt x="25449" y="0"/>
                    </a:moveTo>
                    <a:cubicBezTo>
                      <a:pt x="19629" y="0"/>
                      <a:pt x="10306" y="1655"/>
                      <a:pt x="0" y="9907"/>
                    </a:cubicBezTo>
                    <a:cubicBezTo>
                      <a:pt x="2502" y="11290"/>
                      <a:pt x="5154" y="11855"/>
                      <a:pt x="7818" y="11855"/>
                    </a:cubicBezTo>
                    <a:cubicBezTo>
                      <a:pt x="19638" y="11855"/>
                      <a:pt x="31675" y="743"/>
                      <a:pt x="31675" y="743"/>
                    </a:cubicBezTo>
                    <a:cubicBezTo>
                      <a:pt x="31675" y="743"/>
                      <a:pt x="29348" y="0"/>
                      <a:pt x="25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4" name="Google Shape;954;p40"/>
              <p:cNvSpPr/>
              <p:nvPr/>
            </p:nvSpPr>
            <p:spPr>
              <a:xfrm>
                <a:off x="7365293" y="4419107"/>
                <a:ext cx="1442548" cy="418383"/>
              </a:xfrm>
              <a:custGeom>
                <a:avLst/>
                <a:gdLst/>
                <a:ahLst/>
                <a:cxnLst/>
                <a:rect l="l" t="t" r="r" b="b"/>
                <a:pathLst>
                  <a:path w="31076" h="9013" extrusionOk="0">
                    <a:moveTo>
                      <a:pt x="30923" y="1"/>
                    </a:moveTo>
                    <a:cubicBezTo>
                      <a:pt x="16621" y="5329"/>
                      <a:pt x="153" y="8566"/>
                      <a:pt x="0" y="8604"/>
                    </a:cubicBezTo>
                    <a:lnTo>
                      <a:pt x="77" y="9012"/>
                    </a:lnTo>
                    <a:cubicBezTo>
                      <a:pt x="242" y="8987"/>
                      <a:pt x="16723" y="5736"/>
                      <a:pt x="31076" y="396"/>
                    </a:cubicBezTo>
                    <a:lnTo>
                      <a:pt x="309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5" name="Google Shape;955;p40"/>
              <p:cNvSpPr/>
              <p:nvPr/>
            </p:nvSpPr>
            <p:spPr>
              <a:xfrm>
                <a:off x="7317341" y="3531000"/>
                <a:ext cx="1310019" cy="1425976"/>
              </a:xfrm>
              <a:custGeom>
                <a:avLst/>
                <a:gdLst/>
                <a:ahLst/>
                <a:cxnLst/>
                <a:rect l="l" t="t" r="r" b="b"/>
                <a:pathLst>
                  <a:path w="28221" h="30719" extrusionOk="0">
                    <a:moveTo>
                      <a:pt x="28221" y="0"/>
                    </a:moveTo>
                    <a:lnTo>
                      <a:pt x="28221" y="0"/>
                    </a:lnTo>
                    <a:cubicBezTo>
                      <a:pt x="28220" y="0"/>
                      <a:pt x="9560" y="4500"/>
                      <a:pt x="1" y="30719"/>
                    </a:cubicBezTo>
                    <a:cubicBezTo>
                      <a:pt x="19643" y="29916"/>
                      <a:pt x="28221" y="1"/>
                      <a:pt x="282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6" name="Google Shape;956;p40"/>
              <p:cNvSpPr/>
              <p:nvPr/>
            </p:nvSpPr>
            <p:spPr>
              <a:xfrm>
                <a:off x="7329178" y="3525058"/>
                <a:ext cx="1305887" cy="1389908"/>
              </a:xfrm>
              <a:custGeom>
                <a:avLst/>
                <a:gdLst/>
                <a:ahLst/>
                <a:cxnLst/>
                <a:rect l="l" t="t" r="r" b="b"/>
                <a:pathLst>
                  <a:path w="28132" h="29942" extrusionOk="0">
                    <a:moveTo>
                      <a:pt x="27800" y="1"/>
                    </a:moveTo>
                    <a:cubicBezTo>
                      <a:pt x="15831" y="15169"/>
                      <a:pt x="153" y="29483"/>
                      <a:pt x="1" y="29636"/>
                    </a:cubicBezTo>
                    <a:lnTo>
                      <a:pt x="281" y="29942"/>
                    </a:lnTo>
                    <a:cubicBezTo>
                      <a:pt x="434" y="29802"/>
                      <a:pt x="16137" y="15462"/>
                      <a:pt x="28132" y="256"/>
                    </a:cubicBezTo>
                    <a:lnTo>
                      <a:pt x="278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7" name="Google Shape;957;p40"/>
            <p:cNvGrpSpPr/>
            <p:nvPr/>
          </p:nvGrpSpPr>
          <p:grpSpPr>
            <a:xfrm>
              <a:off x="924097" y="1744991"/>
              <a:ext cx="3209062" cy="1913258"/>
              <a:chOff x="1496923" y="1005102"/>
              <a:chExt cx="6813295" cy="4367173"/>
            </a:xfrm>
          </p:grpSpPr>
          <p:sp>
            <p:nvSpPr>
              <p:cNvPr id="958" name="Google Shape;958;p40"/>
              <p:cNvSpPr/>
              <p:nvPr/>
            </p:nvSpPr>
            <p:spPr>
              <a:xfrm>
                <a:off x="1496923" y="1005102"/>
                <a:ext cx="5806260" cy="3998062"/>
              </a:xfrm>
              <a:custGeom>
                <a:avLst/>
                <a:gdLst/>
                <a:ahLst/>
                <a:cxnLst/>
                <a:rect l="l" t="t" r="r" b="b"/>
                <a:pathLst>
                  <a:path w="125081" h="86128" extrusionOk="0">
                    <a:moveTo>
                      <a:pt x="7317" y="0"/>
                    </a:moveTo>
                    <a:cubicBezTo>
                      <a:pt x="3264" y="0"/>
                      <a:pt x="1" y="3085"/>
                      <a:pt x="13" y="6896"/>
                    </a:cubicBezTo>
                    <a:lnTo>
                      <a:pt x="39" y="79219"/>
                    </a:lnTo>
                    <a:cubicBezTo>
                      <a:pt x="39" y="83030"/>
                      <a:pt x="3315" y="86127"/>
                      <a:pt x="7355" y="86127"/>
                    </a:cubicBezTo>
                    <a:lnTo>
                      <a:pt x="117777" y="86127"/>
                    </a:lnTo>
                    <a:cubicBezTo>
                      <a:pt x="121805" y="86127"/>
                      <a:pt x="125081" y="83030"/>
                      <a:pt x="125081" y="79219"/>
                    </a:cubicBezTo>
                    <a:lnTo>
                      <a:pt x="125055" y="6896"/>
                    </a:lnTo>
                    <a:cubicBezTo>
                      <a:pt x="125055" y="3085"/>
                      <a:pt x="121779" y="0"/>
                      <a:pt x="1177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9" name="Google Shape;959;p40"/>
              <p:cNvSpPr/>
              <p:nvPr/>
            </p:nvSpPr>
            <p:spPr>
              <a:xfrm>
                <a:off x="1681535" y="1005102"/>
                <a:ext cx="5806260" cy="3998062"/>
              </a:xfrm>
              <a:custGeom>
                <a:avLst/>
                <a:gdLst/>
                <a:ahLst/>
                <a:cxnLst/>
                <a:rect l="l" t="t" r="r" b="b"/>
                <a:pathLst>
                  <a:path w="125081" h="86128" extrusionOk="0">
                    <a:moveTo>
                      <a:pt x="7317" y="0"/>
                    </a:moveTo>
                    <a:cubicBezTo>
                      <a:pt x="3276" y="0"/>
                      <a:pt x="1" y="3085"/>
                      <a:pt x="1" y="6896"/>
                    </a:cubicBezTo>
                    <a:lnTo>
                      <a:pt x="39" y="79219"/>
                    </a:lnTo>
                    <a:cubicBezTo>
                      <a:pt x="39" y="83030"/>
                      <a:pt x="3315" y="86127"/>
                      <a:pt x="7355" y="86127"/>
                    </a:cubicBezTo>
                    <a:lnTo>
                      <a:pt x="117764" y="86127"/>
                    </a:lnTo>
                    <a:cubicBezTo>
                      <a:pt x="121805" y="86127"/>
                      <a:pt x="125081" y="83030"/>
                      <a:pt x="125081" y="79219"/>
                    </a:cubicBezTo>
                    <a:lnTo>
                      <a:pt x="125042" y="6896"/>
                    </a:lnTo>
                    <a:cubicBezTo>
                      <a:pt x="125042" y="3085"/>
                      <a:pt x="121766" y="0"/>
                      <a:pt x="1177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0" name="Google Shape;960;p40"/>
              <p:cNvSpPr/>
              <p:nvPr/>
            </p:nvSpPr>
            <p:spPr>
              <a:xfrm>
                <a:off x="1847208" y="1170171"/>
                <a:ext cx="5475518" cy="3667319"/>
              </a:xfrm>
              <a:custGeom>
                <a:avLst/>
                <a:gdLst/>
                <a:ahLst/>
                <a:cxnLst/>
                <a:rect l="l" t="t" r="r" b="b"/>
                <a:pathLst>
                  <a:path w="117956" h="79003" extrusionOk="0">
                    <a:moveTo>
                      <a:pt x="3646" y="0"/>
                    </a:moveTo>
                    <a:cubicBezTo>
                      <a:pt x="1556" y="0"/>
                      <a:pt x="1" y="1568"/>
                      <a:pt x="1" y="3646"/>
                    </a:cubicBezTo>
                    <a:lnTo>
                      <a:pt x="26" y="75357"/>
                    </a:lnTo>
                    <a:cubicBezTo>
                      <a:pt x="26" y="77434"/>
                      <a:pt x="1594" y="79002"/>
                      <a:pt x="3672" y="79002"/>
                    </a:cubicBezTo>
                    <a:lnTo>
                      <a:pt x="114310" y="79002"/>
                    </a:lnTo>
                    <a:cubicBezTo>
                      <a:pt x="116387" y="79002"/>
                      <a:pt x="117955" y="77434"/>
                      <a:pt x="117955" y="75357"/>
                    </a:cubicBezTo>
                    <a:lnTo>
                      <a:pt x="117917" y="3659"/>
                    </a:lnTo>
                    <a:cubicBezTo>
                      <a:pt x="117917" y="1581"/>
                      <a:pt x="116349" y="13"/>
                      <a:pt x="114272" y="13"/>
                    </a:cubicBezTo>
                    <a:lnTo>
                      <a:pt x="36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1" name="Google Shape;961;p40"/>
              <p:cNvSpPr/>
              <p:nvPr/>
            </p:nvSpPr>
            <p:spPr>
              <a:xfrm>
                <a:off x="1657257" y="1812160"/>
                <a:ext cx="1904334" cy="3200520"/>
              </a:xfrm>
              <a:custGeom>
                <a:avLst/>
                <a:gdLst/>
                <a:ahLst/>
                <a:cxnLst/>
                <a:rect l="l" t="t" r="r" b="b"/>
                <a:pathLst>
                  <a:path w="41024" h="68947" extrusionOk="0">
                    <a:moveTo>
                      <a:pt x="224" y="0"/>
                    </a:moveTo>
                    <a:cubicBezTo>
                      <a:pt x="113" y="0"/>
                      <a:pt x="1" y="77"/>
                      <a:pt x="14" y="230"/>
                    </a:cubicBezTo>
                    <a:lnTo>
                      <a:pt x="14" y="61272"/>
                    </a:lnTo>
                    <a:cubicBezTo>
                      <a:pt x="14" y="65504"/>
                      <a:pt x="3443" y="68945"/>
                      <a:pt x="7687" y="68945"/>
                    </a:cubicBezTo>
                    <a:lnTo>
                      <a:pt x="40726" y="68945"/>
                    </a:lnTo>
                    <a:cubicBezTo>
                      <a:pt x="40734" y="68946"/>
                      <a:pt x="40741" y="68946"/>
                      <a:pt x="40749" y="68946"/>
                    </a:cubicBezTo>
                    <a:cubicBezTo>
                      <a:pt x="41020" y="68946"/>
                      <a:pt x="41024" y="68535"/>
                      <a:pt x="40760" y="68535"/>
                    </a:cubicBezTo>
                    <a:cubicBezTo>
                      <a:pt x="40749" y="68535"/>
                      <a:pt x="40738" y="68536"/>
                      <a:pt x="40726" y="68537"/>
                    </a:cubicBezTo>
                    <a:lnTo>
                      <a:pt x="7687" y="68537"/>
                    </a:lnTo>
                    <a:cubicBezTo>
                      <a:pt x="3685" y="68525"/>
                      <a:pt x="434" y="65274"/>
                      <a:pt x="434" y="61272"/>
                    </a:cubicBezTo>
                    <a:lnTo>
                      <a:pt x="434" y="230"/>
                    </a:lnTo>
                    <a:cubicBezTo>
                      <a:pt x="447" y="77"/>
                      <a:pt x="336" y="0"/>
                      <a:pt x="2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2" name="Google Shape;962;p40"/>
              <p:cNvSpPr/>
              <p:nvPr/>
            </p:nvSpPr>
            <p:spPr>
              <a:xfrm>
                <a:off x="1842473" y="3931558"/>
                <a:ext cx="4434735" cy="910064"/>
              </a:xfrm>
              <a:custGeom>
                <a:avLst/>
                <a:gdLst/>
                <a:ahLst/>
                <a:cxnLst/>
                <a:rect l="l" t="t" r="r" b="b"/>
                <a:pathLst>
                  <a:path w="95535" h="19605" extrusionOk="0">
                    <a:moveTo>
                      <a:pt x="224" y="1"/>
                    </a:moveTo>
                    <a:cubicBezTo>
                      <a:pt x="112" y="1"/>
                      <a:pt x="1" y="77"/>
                      <a:pt x="13" y="230"/>
                    </a:cubicBezTo>
                    <a:lnTo>
                      <a:pt x="13" y="16035"/>
                    </a:lnTo>
                    <a:cubicBezTo>
                      <a:pt x="26" y="18011"/>
                      <a:pt x="1619" y="19604"/>
                      <a:pt x="3595" y="19604"/>
                    </a:cubicBezTo>
                    <a:lnTo>
                      <a:pt x="95280" y="19604"/>
                    </a:lnTo>
                    <a:cubicBezTo>
                      <a:pt x="95534" y="19579"/>
                      <a:pt x="95534" y="19209"/>
                      <a:pt x="95280" y="19184"/>
                    </a:cubicBezTo>
                    <a:lnTo>
                      <a:pt x="3595" y="19184"/>
                    </a:lnTo>
                    <a:cubicBezTo>
                      <a:pt x="1849" y="19184"/>
                      <a:pt x="434" y="17769"/>
                      <a:pt x="434" y="16035"/>
                    </a:cubicBezTo>
                    <a:lnTo>
                      <a:pt x="434" y="230"/>
                    </a:lnTo>
                    <a:cubicBezTo>
                      <a:pt x="447" y="77"/>
                      <a:pt x="335" y="1"/>
                      <a:pt x="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3" name="Google Shape;963;p40"/>
              <p:cNvSpPr/>
              <p:nvPr/>
            </p:nvSpPr>
            <p:spPr>
              <a:xfrm>
                <a:off x="1683299" y="5011916"/>
                <a:ext cx="6306853" cy="360358"/>
              </a:xfrm>
              <a:custGeom>
                <a:avLst/>
                <a:gdLst/>
                <a:ahLst/>
                <a:cxnLst/>
                <a:rect l="l" t="t" r="r" b="b"/>
                <a:pathLst>
                  <a:path w="135865" h="7763" extrusionOk="0">
                    <a:moveTo>
                      <a:pt x="3916" y="0"/>
                    </a:moveTo>
                    <a:cubicBezTo>
                      <a:pt x="1760" y="0"/>
                      <a:pt x="14" y="1729"/>
                      <a:pt x="1" y="3888"/>
                    </a:cubicBezTo>
                    <a:cubicBezTo>
                      <a:pt x="13" y="6026"/>
                      <a:pt x="1747" y="7763"/>
                      <a:pt x="3893" y="7763"/>
                    </a:cubicBezTo>
                    <a:cubicBezTo>
                      <a:pt x="3908" y="7763"/>
                      <a:pt x="3924" y="7763"/>
                      <a:pt x="3939" y="7763"/>
                    </a:cubicBezTo>
                    <a:lnTo>
                      <a:pt x="131913" y="7763"/>
                    </a:lnTo>
                    <a:cubicBezTo>
                      <a:pt x="131928" y="7763"/>
                      <a:pt x="131944" y="7763"/>
                      <a:pt x="131960" y="7763"/>
                    </a:cubicBezTo>
                    <a:cubicBezTo>
                      <a:pt x="134105" y="7763"/>
                      <a:pt x="135839" y="6026"/>
                      <a:pt x="135864" y="3888"/>
                    </a:cubicBezTo>
                    <a:cubicBezTo>
                      <a:pt x="135839" y="1729"/>
                      <a:pt x="134093" y="0"/>
                      <a:pt x="131937" y="0"/>
                    </a:cubicBezTo>
                    <a:cubicBezTo>
                      <a:pt x="131929" y="0"/>
                      <a:pt x="131921" y="0"/>
                      <a:pt x="131913" y="0"/>
                    </a:cubicBezTo>
                    <a:lnTo>
                      <a:pt x="3939" y="0"/>
                    </a:lnTo>
                    <a:cubicBezTo>
                      <a:pt x="3932" y="0"/>
                      <a:pt x="3924" y="0"/>
                      <a:pt x="39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4" name="Google Shape;964;p40"/>
              <p:cNvSpPr/>
              <p:nvPr/>
            </p:nvSpPr>
            <p:spPr>
              <a:xfrm>
                <a:off x="3686740" y="5011916"/>
                <a:ext cx="4623478" cy="360358"/>
              </a:xfrm>
              <a:custGeom>
                <a:avLst/>
                <a:gdLst/>
                <a:ahLst/>
                <a:cxnLst/>
                <a:rect l="l" t="t" r="r" b="b"/>
                <a:pathLst>
                  <a:path w="99601" h="7763" extrusionOk="0">
                    <a:moveTo>
                      <a:pt x="2525" y="0"/>
                    </a:moveTo>
                    <a:cubicBezTo>
                      <a:pt x="1135" y="0"/>
                      <a:pt x="1" y="1734"/>
                      <a:pt x="1" y="3888"/>
                    </a:cubicBezTo>
                    <a:cubicBezTo>
                      <a:pt x="14" y="6029"/>
                      <a:pt x="1135" y="7763"/>
                      <a:pt x="2525" y="7763"/>
                    </a:cubicBezTo>
                    <a:lnTo>
                      <a:pt x="97077" y="7763"/>
                    </a:lnTo>
                    <a:cubicBezTo>
                      <a:pt x="98467" y="7763"/>
                      <a:pt x="99601" y="6029"/>
                      <a:pt x="99601" y="3888"/>
                    </a:cubicBezTo>
                    <a:cubicBezTo>
                      <a:pt x="99601" y="1734"/>
                      <a:pt x="98467" y="0"/>
                      <a:pt x="97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5" name="Google Shape;965;p40"/>
              <p:cNvSpPr/>
              <p:nvPr/>
            </p:nvSpPr>
            <p:spPr>
              <a:xfrm>
                <a:off x="2034791" y="5133769"/>
                <a:ext cx="402972" cy="100639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2168" extrusionOk="0">
                    <a:moveTo>
                      <a:pt x="0" y="1"/>
                    </a:moveTo>
                    <a:lnTo>
                      <a:pt x="0" y="2168"/>
                    </a:lnTo>
                    <a:lnTo>
                      <a:pt x="8680" y="2168"/>
                    </a:lnTo>
                    <a:lnTo>
                      <a:pt x="86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6" name="Google Shape;966;p40"/>
              <p:cNvSpPr/>
              <p:nvPr/>
            </p:nvSpPr>
            <p:spPr>
              <a:xfrm>
                <a:off x="2583847" y="5133769"/>
                <a:ext cx="403575" cy="100639"/>
              </a:xfrm>
              <a:custGeom>
                <a:avLst/>
                <a:gdLst/>
                <a:ahLst/>
                <a:cxnLst/>
                <a:rect l="l" t="t" r="r" b="b"/>
                <a:pathLst>
                  <a:path w="8694" h="2168" extrusionOk="0">
                    <a:moveTo>
                      <a:pt x="1" y="1"/>
                    </a:moveTo>
                    <a:lnTo>
                      <a:pt x="1" y="2168"/>
                    </a:lnTo>
                    <a:lnTo>
                      <a:pt x="8694" y="2168"/>
                    </a:lnTo>
                    <a:lnTo>
                      <a:pt x="869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67" name="Google Shape;967;p40"/>
            <p:cNvGrpSpPr/>
            <p:nvPr/>
          </p:nvGrpSpPr>
          <p:grpSpPr>
            <a:xfrm>
              <a:off x="2360854" y="1337951"/>
              <a:ext cx="761462" cy="1187146"/>
              <a:chOff x="-1920691" y="-1903546"/>
              <a:chExt cx="1881547" cy="2933399"/>
            </a:xfrm>
          </p:grpSpPr>
          <p:sp>
            <p:nvSpPr>
              <p:cNvPr id="968" name="Google Shape;968;p40"/>
              <p:cNvSpPr/>
              <p:nvPr/>
            </p:nvSpPr>
            <p:spPr>
              <a:xfrm rot="205075">
                <a:off x="-1282381" y="-29894"/>
                <a:ext cx="744949" cy="1038463"/>
              </a:xfrm>
              <a:custGeom>
                <a:avLst/>
                <a:gdLst/>
                <a:ahLst/>
                <a:cxnLst/>
                <a:rect l="l" t="t" r="r" b="b"/>
                <a:pathLst>
                  <a:path w="16048" h="22371" extrusionOk="0">
                    <a:moveTo>
                      <a:pt x="8642" y="1"/>
                    </a:moveTo>
                    <a:cubicBezTo>
                      <a:pt x="8642" y="1"/>
                      <a:pt x="7776" y="3544"/>
                      <a:pt x="7240" y="3773"/>
                    </a:cubicBezTo>
                    <a:cubicBezTo>
                      <a:pt x="6692" y="4003"/>
                      <a:pt x="4882" y="5736"/>
                      <a:pt x="3888" y="6960"/>
                    </a:cubicBezTo>
                    <a:cubicBezTo>
                      <a:pt x="2906" y="8171"/>
                      <a:pt x="0" y="10389"/>
                      <a:pt x="497" y="11753"/>
                    </a:cubicBezTo>
                    <a:cubicBezTo>
                      <a:pt x="666" y="12211"/>
                      <a:pt x="986" y="12421"/>
                      <a:pt x="1395" y="12421"/>
                    </a:cubicBezTo>
                    <a:cubicBezTo>
                      <a:pt x="2191" y="12421"/>
                      <a:pt x="3328" y="11622"/>
                      <a:pt x="4347" y="10300"/>
                    </a:cubicBezTo>
                    <a:lnTo>
                      <a:pt x="4347" y="10300"/>
                    </a:lnTo>
                    <a:cubicBezTo>
                      <a:pt x="2766" y="14187"/>
                      <a:pt x="1135" y="19668"/>
                      <a:pt x="2129" y="20382"/>
                    </a:cubicBezTo>
                    <a:cubicBezTo>
                      <a:pt x="2197" y="20431"/>
                      <a:pt x="2269" y="20453"/>
                      <a:pt x="2346" y="20453"/>
                    </a:cubicBezTo>
                    <a:cubicBezTo>
                      <a:pt x="3401" y="20453"/>
                      <a:pt x="5261" y="16175"/>
                      <a:pt x="5915" y="15118"/>
                    </a:cubicBezTo>
                    <a:cubicBezTo>
                      <a:pt x="5966" y="15034"/>
                      <a:pt x="5998" y="14995"/>
                      <a:pt x="6014" y="14995"/>
                    </a:cubicBezTo>
                    <a:cubicBezTo>
                      <a:pt x="6206" y="14995"/>
                      <a:pt x="3752" y="21148"/>
                      <a:pt x="4283" y="22128"/>
                    </a:cubicBezTo>
                    <a:cubicBezTo>
                      <a:pt x="4372" y="22292"/>
                      <a:pt x="4490" y="22371"/>
                      <a:pt x="4634" y="22371"/>
                    </a:cubicBezTo>
                    <a:cubicBezTo>
                      <a:pt x="5420" y="22371"/>
                      <a:pt x="6959" y="20016"/>
                      <a:pt x="8489" y="16278"/>
                    </a:cubicBezTo>
                    <a:cubicBezTo>
                      <a:pt x="8557" y="16185"/>
                      <a:pt x="8602" y="16143"/>
                      <a:pt x="8628" y="16143"/>
                    </a:cubicBezTo>
                    <a:cubicBezTo>
                      <a:pt x="8914" y="16143"/>
                      <a:pt x="6988" y="21160"/>
                      <a:pt x="7852" y="21720"/>
                    </a:cubicBezTo>
                    <a:cubicBezTo>
                      <a:pt x="7914" y="21759"/>
                      <a:pt x="7978" y="21778"/>
                      <a:pt x="8044" y="21778"/>
                    </a:cubicBezTo>
                    <a:cubicBezTo>
                      <a:pt x="8995" y="21778"/>
                      <a:pt x="10312" y="17958"/>
                      <a:pt x="10860" y="16647"/>
                    </a:cubicBezTo>
                    <a:cubicBezTo>
                      <a:pt x="10938" y="16463"/>
                      <a:pt x="10986" y="16381"/>
                      <a:pt x="11011" y="16381"/>
                    </a:cubicBezTo>
                    <a:cubicBezTo>
                      <a:pt x="11175" y="16381"/>
                      <a:pt x="10374" y="19830"/>
                      <a:pt x="10695" y="20471"/>
                    </a:cubicBezTo>
                    <a:cubicBezTo>
                      <a:pt x="10814" y="20709"/>
                      <a:pt x="10997" y="20834"/>
                      <a:pt x="11218" y="20834"/>
                    </a:cubicBezTo>
                    <a:cubicBezTo>
                      <a:pt x="11684" y="20834"/>
                      <a:pt x="12313" y="20283"/>
                      <a:pt x="12849" y="19082"/>
                    </a:cubicBezTo>
                    <a:cubicBezTo>
                      <a:pt x="13626" y="17297"/>
                      <a:pt x="15615" y="11307"/>
                      <a:pt x="15538" y="9522"/>
                    </a:cubicBezTo>
                    <a:cubicBezTo>
                      <a:pt x="15462" y="7738"/>
                      <a:pt x="14977" y="6641"/>
                      <a:pt x="14977" y="6641"/>
                    </a:cubicBezTo>
                    <a:lnTo>
                      <a:pt x="16048" y="2078"/>
                    </a:lnTo>
                    <a:lnTo>
                      <a:pt x="8642" y="1"/>
                    </a:lnTo>
                    <a:close/>
                  </a:path>
                </a:pathLst>
              </a:custGeom>
              <a:solidFill>
                <a:srgbClr val="FCA6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9" name="Google Shape;969;p40"/>
              <p:cNvSpPr/>
              <p:nvPr/>
            </p:nvSpPr>
            <p:spPr>
              <a:xfrm rot="205075">
                <a:off x="-1076216" y="559854"/>
                <a:ext cx="100639" cy="220820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4757" extrusionOk="0">
                    <a:moveTo>
                      <a:pt x="1817" y="0"/>
                    </a:moveTo>
                    <a:cubicBezTo>
                      <a:pt x="1683" y="0"/>
                      <a:pt x="1556" y="84"/>
                      <a:pt x="1504" y="219"/>
                    </a:cubicBezTo>
                    <a:lnTo>
                      <a:pt x="77" y="4336"/>
                    </a:lnTo>
                    <a:cubicBezTo>
                      <a:pt x="0" y="4540"/>
                      <a:pt x="153" y="4756"/>
                      <a:pt x="370" y="4756"/>
                    </a:cubicBezTo>
                    <a:cubicBezTo>
                      <a:pt x="510" y="4756"/>
                      <a:pt x="625" y="4667"/>
                      <a:pt x="676" y="4540"/>
                    </a:cubicBezTo>
                    <a:lnTo>
                      <a:pt x="2103" y="422"/>
                    </a:lnTo>
                    <a:cubicBezTo>
                      <a:pt x="2167" y="257"/>
                      <a:pt x="2078" y="78"/>
                      <a:pt x="1912" y="15"/>
                    </a:cubicBezTo>
                    <a:cubicBezTo>
                      <a:pt x="1881" y="5"/>
                      <a:pt x="1849" y="0"/>
                      <a:pt x="18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0" name="Google Shape;970;p40"/>
              <p:cNvSpPr/>
              <p:nvPr/>
            </p:nvSpPr>
            <p:spPr>
              <a:xfrm rot="205075">
                <a:off x="-934964" y="632932"/>
                <a:ext cx="62389" cy="206616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4451" extrusionOk="0">
                    <a:moveTo>
                      <a:pt x="981" y="0"/>
                    </a:moveTo>
                    <a:cubicBezTo>
                      <a:pt x="839" y="0"/>
                      <a:pt x="697" y="84"/>
                      <a:pt x="663" y="269"/>
                    </a:cubicBezTo>
                    <a:lnTo>
                      <a:pt x="26" y="4081"/>
                    </a:lnTo>
                    <a:cubicBezTo>
                      <a:pt x="0" y="4259"/>
                      <a:pt x="115" y="4425"/>
                      <a:pt x="293" y="4450"/>
                    </a:cubicBezTo>
                    <a:lnTo>
                      <a:pt x="344" y="4450"/>
                    </a:lnTo>
                    <a:cubicBezTo>
                      <a:pt x="497" y="4450"/>
                      <a:pt x="637" y="4335"/>
                      <a:pt x="663" y="4183"/>
                    </a:cubicBezTo>
                    <a:lnTo>
                      <a:pt x="1300" y="371"/>
                    </a:lnTo>
                    <a:cubicBezTo>
                      <a:pt x="1343" y="136"/>
                      <a:pt x="1162" y="0"/>
                      <a:pt x="9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1" name="Google Shape;971;p40"/>
              <p:cNvSpPr/>
              <p:nvPr/>
            </p:nvSpPr>
            <p:spPr>
              <a:xfrm rot="205075">
                <a:off x="-825149" y="639538"/>
                <a:ext cx="68702" cy="206755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4454" extrusionOk="0">
                    <a:moveTo>
                      <a:pt x="1113" y="1"/>
                    </a:moveTo>
                    <a:cubicBezTo>
                      <a:pt x="977" y="1"/>
                      <a:pt x="842" y="80"/>
                      <a:pt x="804" y="260"/>
                    </a:cubicBezTo>
                    <a:lnTo>
                      <a:pt x="26" y="4071"/>
                    </a:lnTo>
                    <a:cubicBezTo>
                      <a:pt x="1" y="4249"/>
                      <a:pt x="103" y="4415"/>
                      <a:pt x="281" y="4453"/>
                    </a:cubicBezTo>
                    <a:lnTo>
                      <a:pt x="345" y="4453"/>
                    </a:lnTo>
                    <a:cubicBezTo>
                      <a:pt x="498" y="4453"/>
                      <a:pt x="625" y="4351"/>
                      <a:pt x="651" y="4198"/>
                    </a:cubicBezTo>
                    <a:lnTo>
                      <a:pt x="1429" y="387"/>
                    </a:lnTo>
                    <a:cubicBezTo>
                      <a:pt x="1480" y="146"/>
                      <a:pt x="1296" y="1"/>
                      <a:pt x="11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2" name="Google Shape;972;p40"/>
              <p:cNvSpPr/>
              <p:nvPr/>
            </p:nvSpPr>
            <p:spPr>
              <a:xfrm rot="205075">
                <a:off x="-1034396" y="542246"/>
                <a:ext cx="349079" cy="122781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2645" extrusionOk="0">
                    <a:moveTo>
                      <a:pt x="442" y="0"/>
                    </a:moveTo>
                    <a:cubicBezTo>
                      <a:pt x="216" y="0"/>
                      <a:pt x="0" y="261"/>
                      <a:pt x="173" y="515"/>
                    </a:cubicBezTo>
                    <a:cubicBezTo>
                      <a:pt x="1537" y="2440"/>
                      <a:pt x="5106" y="2644"/>
                      <a:pt x="6520" y="2644"/>
                    </a:cubicBezTo>
                    <a:cubicBezTo>
                      <a:pt x="6852" y="2644"/>
                      <a:pt x="7056" y="2631"/>
                      <a:pt x="7107" y="2631"/>
                    </a:cubicBezTo>
                    <a:cubicBezTo>
                      <a:pt x="7519" y="2606"/>
                      <a:pt x="7490" y="1993"/>
                      <a:pt x="7093" y="1993"/>
                    </a:cubicBezTo>
                    <a:cubicBezTo>
                      <a:pt x="7085" y="1993"/>
                      <a:pt x="7077" y="1993"/>
                      <a:pt x="7068" y="1994"/>
                    </a:cubicBezTo>
                    <a:cubicBezTo>
                      <a:pt x="7059" y="1994"/>
                      <a:pt x="6880" y="2003"/>
                      <a:pt x="6585" y="2003"/>
                    </a:cubicBezTo>
                    <a:cubicBezTo>
                      <a:pt x="5314" y="2003"/>
                      <a:pt x="1896" y="1843"/>
                      <a:pt x="695" y="146"/>
                    </a:cubicBezTo>
                    <a:cubicBezTo>
                      <a:pt x="626" y="43"/>
                      <a:pt x="533" y="0"/>
                      <a:pt x="44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3" name="Google Shape;973;p40"/>
              <p:cNvSpPr/>
              <p:nvPr/>
            </p:nvSpPr>
            <p:spPr>
              <a:xfrm rot="205075">
                <a:off x="-1861249" y="-1852823"/>
                <a:ext cx="1762663" cy="2046661"/>
              </a:xfrm>
              <a:custGeom>
                <a:avLst/>
                <a:gdLst/>
                <a:ahLst/>
                <a:cxnLst/>
                <a:rect l="l" t="t" r="r" b="b"/>
                <a:pathLst>
                  <a:path w="37972" h="44090" extrusionOk="0">
                    <a:moveTo>
                      <a:pt x="1950" y="0"/>
                    </a:moveTo>
                    <a:lnTo>
                      <a:pt x="0" y="20535"/>
                    </a:lnTo>
                    <a:lnTo>
                      <a:pt x="12899" y="26283"/>
                    </a:lnTo>
                    <a:cubicBezTo>
                      <a:pt x="12899" y="26283"/>
                      <a:pt x="16430" y="35206"/>
                      <a:pt x="16889" y="36952"/>
                    </a:cubicBezTo>
                    <a:cubicBezTo>
                      <a:pt x="17348" y="38711"/>
                      <a:pt x="21669" y="39667"/>
                      <a:pt x="21669" y="39667"/>
                    </a:cubicBezTo>
                    <a:lnTo>
                      <a:pt x="20853" y="42369"/>
                    </a:lnTo>
                    <a:lnTo>
                      <a:pt x="30579" y="44090"/>
                    </a:lnTo>
                    <a:lnTo>
                      <a:pt x="31713" y="41120"/>
                    </a:lnTo>
                    <a:cubicBezTo>
                      <a:pt x="31713" y="41120"/>
                      <a:pt x="35715" y="39412"/>
                      <a:pt x="36302" y="34798"/>
                    </a:cubicBezTo>
                    <a:cubicBezTo>
                      <a:pt x="36901" y="30196"/>
                      <a:pt x="37972" y="18852"/>
                      <a:pt x="33625" y="15640"/>
                    </a:cubicBezTo>
                    <a:cubicBezTo>
                      <a:pt x="29278" y="12415"/>
                      <a:pt x="17692" y="8579"/>
                      <a:pt x="13103" y="6093"/>
                    </a:cubicBezTo>
                    <a:cubicBezTo>
                      <a:pt x="8515" y="3607"/>
                      <a:pt x="1950" y="0"/>
                      <a:pt x="19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4" name="Google Shape;974;p40"/>
              <p:cNvSpPr/>
              <p:nvPr/>
            </p:nvSpPr>
            <p:spPr>
              <a:xfrm rot="205075">
                <a:off x="-1237717" y="-925863"/>
                <a:ext cx="421773" cy="292168"/>
              </a:xfrm>
              <a:custGeom>
                <a:avLst/>
                <a:gdLst/>
                <a:ahLst/>
                <a:cxnLst/>
                <a:rect l="l" t="t" r="r" b="b"/>
                <a:pathLst>
                  <a:path w="9086" h="6294" extrusionOk="0">
                    <a:moveTo>
                      <a:pt x="7572" y="0"/>
                    </a:moveTo>
                    <a:cubicBezTo>
                      <a:pt x="2092" y="0"/>
                      <a:pt x="63" y="5954"/>
                      <a:pt x="39" y="6013"/>
                    </a:cubicBezTo>
                    <a:cubicBezTo>
                      <a:pt x="1" y="6128"/>
                      <a:pt x="64" y="6242"/>
                      <a:pt x="166" y="6281"/>
                    </a:cubicBezTo>
                    <a:cubicBezTo>
                      <a:pt x="192" y="6293"/>
                      <a:pt x="217" y="6293"/>
                      <a:pt x="243" y="6293"/>
                    </a:cubicBezTo>
                    <a:cubicBezTo>
                      <a:pt x="332" y="6293"/>
                      <a:pt x="408" y="6230"/>
                      <a:pt x="434" y="6153"/>
                    </a:cubicBezTo>
                    <a:cubicBezTo>
                      <a:pt x="458" y="6094"/>
                      <a:pt x="2391" y="416"/>
                      <a:pt x="7593" y="416"/>
                    </a:cubicBezTo>
                    <a:cubicBezTo>
                      <a:pt x="7964" y="416"/>
                      <a:pt x="8352" y="445"/>
                      <a:pt x="8757" y="507"/>
                    </a:cubicBezTo>
                    <a:cubicBezTo>
                      <a:pt x="8773" y="510"/>
                      <a:pt x="8789" y="511"/>
                      <a:pt x="8803" y="511"/>
                    </a:cubicBezTo>
                    <a:cubicBezTo>
                      <a:pt x="9044" y="511"/>
                      <a:pt x="9085" y="135"/>
                      <a:pt x="8821" y="99"/>
                    </a:cubicBezTo>
                    <a:cubicBezTo>
                      <a:pt x="8386" y="31"/>
                      <a:pt x="7970" y="0"/>
                      <a:pt x="7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5" name="Google Shape;975;p40"/>
              <p:cNvSpPr/>
              <p:nvPr/>
            </p:nvSpPr>
            <p:spPr>
              <a:xfrm rot="205075">
                <a:off x="-1751135" y="-1620887"/>
                <a:ext cx="194129" cy="667289"/>
              </a:xfrm>
              <a:custGeom>
                <a:avLst/>
                <a:gdLst/>
                <a:ahLst/>
                <a:cxnLst/>
                <a:rect l="l" t="t" r="r" b="b"/>
                <a:pathLst>
                  <a:path w="4182" h="14375" extrusionOk="0">
                    <a:moveTo>
                      <a:pt x="3961" y="0"/>
                    </a:moveTo>
                    <a:cubicBezTo>
                      <a:pt x="3863" y="0"/>
                      <a:pt x="3766" y="61"/>
                      <a:pt x="3760" y="188"/>
                    </a:cubicBezTo>
                    <a:cubicBezTo>
                      <a:pt x="3748" y="302"/>
                      <a:pt x="2855" y="10512"/>
                      <a:pt x="102" y="14030"/>
                    </a:cubicBezTo>
                    <a:cubicBezTo>
                      <a:pt x="0" y="14170"/>
                      <a:pt x="89" y="14361"/>
                      <a:pt x="268" y="14374"/>
                    </a:cubicBezTo>
                    <a:cubicBezTo>
                      <a:pt x="332" y="14374"/>
                      <a:pt x="395" y="14336"/>
                      <a:pt x="433" y="14285"/>
                    </a:cubicBezTo>
                    <a:cubicBezTo>
                      <a:pt x="3263" y="10678"/>
                      <a:pt x="4143" y="659"/>
                      <a:pt x="4168" y="226"/>
                    </a:cubicBezTo>
                    <a:cubicBezTo>
                      <a:pt x="4182" y="77"/>
                      <a:pt x="4070" y="0"/>
                      <a:pt x="39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6" name="Google Shape;976;p40"/>
              <p:cNvSpPr/>
              <p:nvPr/>
            </p:nvSpPr>
            <p:spPr>
              <a:xfrm rot="205075">
                <a:off x="-870733" y="-13948"/>
                <a:ext cx="394988" cy="103331"/>
              </a:xfrm>
              <a:custGeom>
                <a:avLst/>
                <a:gdLst/>
                <a:ahLst/>
                <a:cxnLst/>
                <a:rect l="l" t="t" r="r" b="b"/>
                <a:pathLst>
                  <a:path w="8509" h="2226" extrusionOk="0">
                    <a:moveTo>
                      <a:pt x="293" y="1"/>
                    </a:moveTo>
                    <a:cubicBezTo>
                      <a:pt x="59" y="1"/>
                      <a:pt x="0" y="356"/>
                      <a:pt x="249" y="415"/>
                    </a:cubicBezTo>
                    <a:lnTo>
                      <a:pt x="8177" y="2225"/>
                    </a:lnTo>
                    <a:lnTo>
                      <a:pt x="8215" y="2225"/>
                    </a:lnTo>
                    <a:cubicBezTo>
                      <a:pt x="8470" y="2225"/>
                      <a:pt x="8508" y="1868"/>
                      <a:pt x="8266" y="1817"/>
                    </a:cubicBezTo>
                    <a:lnTo>
                      <a:pt x="351" y="7"/>
                    </a:lnTo>
                    <a:cubicBezTo>
                      <a:pt x="330" y="3"/>
                      <a:pt x="311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77" name="Google Shape;977;p40"/>
            <p:cNvGrpSpPr/>
            <p:nvPr/>
          </p:nvGrpSpPr>
          <p:grpSpPr>
            <a:xfrm>
              <a:off x="1180852" y="1073790"/>
              <a:ext cx="1056168" cy="1304323"/>
              <a:chOff x="-4598291" y="-2556281"/>
              <a:chExt cx="2609755" cy="3222938"/>
            </a:xfrm>
          </p:grpSpPr>
          <p:grpSp>
            <p:nvGrpSpPr>
              <p:cNvPr id="978" name="Google Shape;978;p40"/>
              <p:cNvGrpSpPr/>
              <p:nvPr/>
            </p:nvGrpSpPr>
            <p:grpSpPr>
              <a:xfrm>
                <a:off x="-4598291" y="-2556281"/>
                <a:ext cx="2609755" cy="3222938"/>
                <a:chOff x="-4598291" y="-2556281"/>
                <a:chExt cx="2609755" cy="3222938"/>
              </a:xfrm>
            </p:grpSpPr>
            <p:grpSp>
              <p:nvGrpSpPr>
                <p:cNvPr id="979" name="Google Shape;979;p40"/>
                <p:cNvGrpSpPr/>
                <p:nvPr/>
              </p:nvGrpSpPr>
              <p:grpSpPr>
                <a:xfrm>
                  <a:off x="-3106526" y="-111444"/>
                  <a:ext cx="1117990" cy="778101"/>
                  <a:chOff x="-3106526" y="-111444"/>
                  <a:chExt cx="1117990" cy="778101"/>
                </a:xfrm>
              </p:grpSpPr>
              <p:sp>
                <p:nvSpPr>
                  <p:cNvPr id="980" name="Google Shape;980;p40"/>
                  <p:cNvSpPr/>
                  <p:nvPr/>
                </p:nvSpPr>
                <p:spPr>
                  <a:xfrm rot="205075">
                    <a:off x="-3086166" y="-79967"/>
                    <a:ext cx="1077271" cy="715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07" h="15406" extrusionOk="0">
                        <a:moveTo>
                          <a:pt x="3009" y="1"/>
                        </a:moveTo>
                        <a:lnTo>
                          <a:pt x="1" y="7075"/>
                        </a:lnTo>
                        <a:lnTo>
                          <a:pt x="4233" y="9089"/>
                        </a:lnTo>
                        <a:cubicBezTo>
                          <a:pt x="4233" y="9089"/>
                          <a:pt x="4793" y="10160"/>
                          <a:pt x="6132" y="11332"/>
                        </a:cubicBezTo>
                        <a:cubicBezTo>
                          <a:pt x="7470" y="12505"/>
                          <a:pt x="13384" y="14710"/>
                          <a:pt x="15258" y="15207"/>
                        </a:cubicBezTo>
                        <a:cubicBezTo>
                          <a:pt x="15768" y="15345"/>
                          <a:pt x="16206" y="15406"/>
                          <a:pt x="16566" y="15406"/>
                        </a:cubicBezTo>
                        <a:cubicBezTo>
                          <a:pt x="17537" y="15406"/>
                          <a:pt x="17944" y="14966"/>
                          <a:pt x="17693" y="14417"/>
                        </a:cubicBezTo>
                        <a:cubicBezTo>
                          <a:pt x="17382" y="13738"/>
                          <a:pt x="13930" y="12102"/>
                          <a:pt x="14336" y="12102"/>
                        </a:cubicBezTo>
                        <a:cubicBezTo>
                          <a:pt x="14380" y="12102"/>
                          <a:pt x="14468" y="12120"/>
                          <a:pt x="14608" y="12161"/>
                        </a:cubicBezTo>
                        <a:cubicBezTo>
                          <a:pt x="15692" y="12472"/>
                          <a:pt x="18295" y="13382"/>
                          <a:pt x="19629" y="13382"/>
                        </a:cubicBezTo>
                        <a:cubicBezTo>
                          <a:pt x="20100" y="13382"/>
                          <a:pt x="20413" y="13269"/>
                          <a:pt x="20446" y="12977"/>
                        </a:cubicBezTo>
                        <a:cubicBezTo>
                          <a:pt x="20571" y="11874"/>
                          <a:pt x="14647" y="10069"/>
                          <a:pt x="15744" y="10069"/>
                        </a:cubicBezTo>
                        <a:cubicBezTo>
                          <a:pt x="15762" y="10069"/>
                          <a:pt x="15783" y="10070"/>
                          <a:pt x="15806" y="10071"/>
                        </a:cubicBezTo>
                        <a:cubicBezTo>
                          <a:pt x="18340" y="10817"/>
                          <a:pt x="20411" y="11189"/>
                          <a:pt x="21678" y="11189"/>
                        </a:cubicBezTo>
                        <a:cubicBezTo>
                          <a:pt x="22707" y="11189"/>
                          <a:pt x="23206" y="10944"/>
                          <a:pt x="22995" y="10453"/>
                        </a:cubicBezTo>
                        <a:cubicBezTo>
                          <a:pt x="22541" y="9384"/>
                          <a:pt x="15705" y="7321"/>
                          <a:pt x="16396" y="7321"/>
                        </a:cubicBezTo>
                        <a:cubicBezTo>
                          <a:pt x="16422" y="7321"/>
                          <a:pt x="16459" y="7324"/>
                          <a:pt x="16507" y="7330"/>
                        </a:cubicBezTo>
                        <a:cubicBezTo>
                          <a:pt x="17435" y="7446"/>
                          <a:pt x="20209" y="8161"/>
                          <a:pt x="21814" y="8161"/>
                        </a:cubicBezTo>
                        <a:cubicBezTo>
                          <a:pt x="22503" y="8161"/>
                          <a:pt x="22976" y="8029"/>
                          <a:pt x="22995" y="7662"/>
                        </a:cubicBezTo>
                        <a:cubicBezTo>
                          <a:pt x="23059" y="6438"/>
                          <a:pt x="17769" y="4284"/>
                          <a:pt x="13741" y="3086"/>
                        </a:cubicBezTo>
                        <a:lnTo>
                          <a:pt x="13741" y="3086"/>
                        </a:lnTo>
                        <a:cubicBezTo>
                          <a:pt x="13808" y="3087"/>
                          <a:pt x="13875" y="3088"/>
                          <a:pt x="13941" y="3088"/>
                        </a:cubicBezTo>
                        <a:cubicBezTo>
                          <a:pt x="16357" y="3088"/>
                          <a:pt x="18004" y="2186"/>
                          <a:pt x="17272" y="995"/>
                        </a:cubicBezTo>
                        <a:cubicBezTo>
                          <a:pt x="16965" y="482"/>
                          <a:pt x="16173" y="331"/>
                          <a:pt x="15239" y="331"/>
                        </a:cubicBezTo>
                        <a:cubicBezTo>
                          <a:pt x="13923" y="331"/>
                          <a:pt x="12326" y="631"/>
                          <a:pt x="11409" y="638"/>
                        </a:cubicBezTo>
                        <a:cubicBezTo>
                          <a:pt x="9841" y="651"/>
                          <a:pt x="7355" y="982"/>
                          <a:pt x="6833" y="1263"/>
                        </a:cubicBezTo>
                        <a:cubicBezTo>
                          <a:pt x="6789" y="1286"/>
                          <a:pt x="6726" y="1297"/>
                          <a:pt x="6648" y="1297"/>
                        </a:cubicBezTo>
                        <a:cubicBezTo>
                          <a:pt x="5783" y="1297"/>
                          <a:pt x="3009" y="1"/>
                          <a:pt x="3009" y="1"/>
                        </a:cubicBezTo>
                        <a:close/>
                      </a:path>
                    </a:pathLst>
                  </a:custGeom>
                  <a:solidFill>
                    <a:srgbClr val="FCA69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81" name="Google Shape;981;p40"/>
                  <p:cNvSpPr/>
                  <p:nvPr/>
                </p:nvSpPr>
                <p:spPr>
                  <a:xfrm rot="205075">
                    <a:off x="-2505158" y="452239"/>
                    <a:ext cx="194082" cy="913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1" h="1967" extrusionOk="0">
                        <a:moveTo>
                          <a:pt x="456" y="0"/>
                        </a:moveTo>
                        <a:cubicBezTo>
                          <a:pt x="147" y="0"/>
                          <a:pt x="0" y="482"/>
                          <a:pt x="348" y="628"/>
                        </a:cubicBezTo>
                        <a:lnTo>
                          <a:pt x="3611" y="1954"/>
                        </a:lnTo>
                        <a:cubicBezTo>
                          <a:pt x="3650" y="1966"/>
                          <a:pt x="3688" y="1966"/>
                          <a:pt x="3726" y="1966"/>
                        </a:cubicBezTo>
                        <a:cubicBezTo>
                          <a:pt x="3731" y="1967"/>
                          <a:pt x="3735" y="1967"/>
                          <a:pt x="3739" y="1967"/>
                        </a:cubicBezTo>
                        <a:cubicBezTo>
                          <a:pt x="4085" y="1967"/>
                          <a:pt x="4181" y="1480"/>
                          <a:pt x="3853" y="1355"/>
                        </a:cubicBezTo>
                        <a:lnTo>
                          <a:pt x="590" y="29"/>
                        </a:lnTo>
                        <a:cubicBezTo>
                          <a:pt x="543" y="9"/>
                          <a:pt x="498" y="0"/>
                          <a:pt x="456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82" name="Google Shape;982;p40"/>
                  <p:cNvSpPr/>
                  <p:nvPr/>
                </p:nvSpPr>
                <p:spPr>
                  <a:xfrm rot="205075">
                    <a:off x="-2426677" y="355745"/>
                    <a:ext cx="184381" cy="111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72" h="2403" extrusionOk="0">
                        <a:moveTo>
                          <a:pt x="469" y="0"/>
                        </a:moveTo>
                        <a:cubicBezTo>
                          <a:pt x="181" y="0"/>
                          <a:pt x="0" y="422"/>
                          <a:pt x="314" y="606"/>
                        </a:cubicBezTo>
                        <a:lnTo>
                          <a:pt x="3373" y="2352"/>
                        </a:lnTo>
                        <a:cubicBezTo>
                          <a:pt x="3411" y="2377"/>
                          <a:pt x="3475" y="2403"/>
                          <a:pt x="3526" y="2403"/>
                        </a:cubicBezTo>
                        <a:cubicBezTo>
                          <a:pt x="3857" y="2403"/>
                          <a:pt x="3972" y="1970"/>
                          <a:pt x="3691" y="1804"/>
                        </a:cubicBezTo>
                        <a:lnTo>
                          <a:pt x="632" y="45"/>
                        </a:lnTo>
                        <a:cubicBezTo>
                          <a:pt x="576" y="14"/>
                          <a:pt x="521" y="0"/>
                          <a:pt x="469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83" name="Google Shape;983;p40"/>
                  <p:cNvSpPr/>
                  <p:nvPr/>
                </p:nvSpPr>
                <p:spPr>
                  <a:xfrm rot="205075">
                    <a:off x="-2408776" y="241729"/>
                    <a:ext cx="233725" cy="841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5" h="1812" extrusionOk="0">
                        <a:moveTo>
                          <a:pt x="451" y="0"/>
                        </a:moveTo>
                        <a:cubicBezTo>
                          <a:pt x="108" y="0"/>
                          <a:pt x="1" y="521"/>
                          <a:pt x="374" y="626"/>
                        </a:cubicBezTo>
                        <a:lnTo>
                          <a:pt x="4491" y="1799"/>
                        </a:lnTo>
                        <a:cubicBezTo>
                          <a:pt x="4517" y="1812"/>
                          <a:pt x="4555" y="1812"/>
                          <a:pt x="4580" y="1812"/>
                        </a:cubicBezTo>
                        <a:cubicBezTo>
                          <a:pt x="4585" y="1812"/>
                          <a:pt x="4589" y="1812"/>
                          <a:pt x="4593" y="1812"/>
                        </a:cubicBezTo>
                        <a:cubicBezTo>
                          <a:pt x="4964" y="1812"/>
                          <a:pt x="5035" y="1275"/>
                          <a:pt x="4669" y="1187"/>
                        </a:cubicBezTo>
                        <a:lnTo>
                          <a:pt x="552" y="14"/>
                        </a:lnTo>
                        <a:cubicBezTo>
                          <a:pt x="517" y="5"/>
                          <a:pt x="483" y="0"/>
                          <a:pt x="45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84" name="Google Shape;984;p40"/>
                  <p:cNvSpPr/>
                  <p:nvPr/>
                </p:nvSpPr>
                <p:spPr>
                  <a:xfrm rot="205075">
                    <a:off x="-2523335" y="172853"/>
                    <a:ext cx="151515" cy="3307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4" h="7126" extrusionOk="0">
                        <a:moveTo>
                          <a:pt x="2944" y="0"/>
                        </a:moveTo>
                        <a:cubicBezTo>
                          <a:pt x="2766" y="0"/>
                          <a:pt x="2626" y="140"/>
                          <a:pt x="2613" y="319"/>
                        </a:cubicBezTo>
                        <a:cubicBezTo>
                          <a:pt x="2613" y="370"/>
                          <a:pt x="2486" y="5213"/>
                          <a:pt x="280" y="6539"/>
                        </a:cubicBezTo>
                        <a:cubicBezTo>
                          <a:pt x="0" y="6692"/>
                          <a:pt x="115" y="7125"/>
                          <a:pt x="446" y="7125"/>
                        </a:cubicBezTo>
                        <a:cubicBezTo>
                          <a:pt x="497" y="7125"/>
                          <a:pt x="561" y="7100"/>
                          <a:pt x="612" y="7074"/>
                        </a:cubicBezTo>
                        <a:cubicBezTo>
                          <a:pt x="3123" y="5570"/>
                          <a:pt x="3263" y="548"/>
                          <a:pt x="3263" y="332"/>
                        </a:cubicBezTo>
                        <a:cubicBezTo>
                          <a:pt x="3263" y="153"/>
                          <a:pt x="3123" y="0"/>
                          <a:pt x="2944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985" name="Google Shape;985;p40"/>
                <p:cNvSpPr/>
                <p:nvPr/>
              </p:nvSpPr>
              <p:spPr>
                <a:xfrm rot="205075">
                  <a:off x="-4516653" y="-2503717"/>
                  <a:ext cx="1846683" cy="2793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82" h="60185" extrusionOk="0">
                      <a:moveTo>
                        <a:pt x="31661" y="0"/>
                      </a:moveTo>
                      <a:cubicBezTo>
                        <a:pt x="25473" y="0"/>
                        <a:pt x="20397" y="6519"/>
                        <a:pt x="17412" y="10924"/>
                      </a:cubicBezTo>
                      <a:cubicBezTo>
                        <a:pt x="14264" y="15551"/>
                        <a:pt x="459" y="32465"/>
                        <a:pt x="230" y="40126"/>
                      </a:cubicBezTo>
                      <a:cubicBezTo>
                        <a:pt x="1" y="47786"/>
                        <a:pt x="22230" y="59092"/>
                        <a:pt x="25633" y="59997"/>
                      </a:cubicBezTo>
                      <a:cubicBezTo>
                        <a:pt x="26128" y="60129"/>
                        <a:pt x="26592" y="60185"/>
                        <a:pt x="27025" y="60185"/>
                      </a:cubicBezTo>
                      <a:cubicBezTo>
                        <a:pt x="29576" y="60185"/>
                        <a:pt x="31038" y="58238"/>
                        <a:pt x="31038" y="58238"/>
                      </a:cubicBezTo>
                      <a:lnTo>
                        <a:pt x="34683" y="59628"/>
                      </a:lnTo>
                      <a:lnTo>
                        <a:pt x="39782" y="51062"/>
                      </a:lnTo>
                      <a:lnTo>
                        <a:pt x="36557" y="50272"/>
                      </a:lnTo>
                      <a:lnTo>
                        <a:pt x="36557" y="50272"/>
                      </a:lnTo>
                      <a:cubicBezTo>
                        <a:pt x="36557" y="50272"/>
                        <a:pt x="36565" y="50273"/>
                        <a:pt x="36579" y="50273"/>
                      </a:cubicBezTo>
                      <a:cubicBezTo>
                        <a:pt x="36739" y="50273"/>
                        <a:pt x="37716" y="50143"/>
                        <a:pt x="37118" y="46907"/>
                      </a:cubicBezTo>
                      <a:cubicBezTo>
                        <a:pt x="36455" y="43389"/>
                        <a:pt x="21402" y="34071"/>
                        <a:pt x="21402" y="34071"/>
                      </a:cubicBezTo>
                      <a:cubicBezTo>
                        <a:pt x="21402" y="34071"/>
                        <a:pt x="38711" y="9904"/>
                        <a:pt x="32606" y="51"/>
                      </a:cubicBezTo>
                      <a:cubicBezTo>
                        <a:pt x="32288" y="17"/>
                        <a:pt x="31973" y="0"/>
                        <a:pt x="316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986" name="Google Shape;986;p40"/>
              <p:cNvSpPr/>
              <p:nvPr/>
            </p:nvSpPr>
            <p:spPr>
              <a:xfrm rot="205075">
                <a:off x="-4155742" y="-957362"/>
                <a:ext cx="608335" cy="162981"/>
              </a:xfrm>
              <a:custGeom>
                <a:avLst/>
                <a:gdLst/>
                <a:ahLst/>
                <a:cxnLst/>
                <a:rect l="l" t="t" r="r" b="b"/>
                <a:pathLst>
                  <a:path w="13105" h="3511" extrusionOk="0">
                    <a:moveTo>
                      <a:pt x="8516" y="0"/>
                    </a:moveTo>
                    <a:cubicBezTo>
                      <a:pt x="5814" y="0"/>
                      <a:pt x="2434" y="613"/>
                      <a:pt x="77" y="3163"/>
                    </a:cubicBezTo>
                    <a:cubicBezTo>
                      <a:pt x="1" y="3239"/>
                      <a:pt x="1" y="3380"/>
                      <a:pt x="90" y="3456"/>
                    </a:cubicBezTo>
                    <a:cubicBezTo>
                      <a:pt x="128" y="3494"/>
                      <a:pt x="179" y="3507"/>
                      <a:pt x="230" y="3507"/>
                    </a:cubicBezTo>
                    <a:cubicBezTo>
                      <a:pt x="241" y="3509"/>
                      <a:pt x="252" y="3510"/>
                      <a:pt x="262" y="3510"/>
                    </a:cubicBezTo>
                    <a:cubicBezTo>
                      <a:pt x="311" y="3510"/>
                      <a:pt x="354" y="3486"/>
                      <a:pt x="396" y="3443"/>
                    </a:cubicBezTo>
                    <a:cubicBezTo>
                      <a:pt x="2645" y="1002"/>
                      <a:pt x="5895" y="415"/>
                      <a:pt x="8507" y="415"/>
                    </a:cubicBezTo>
                    <a:cubicBezTo>
                      <a:pt x="10915" y="415"/>
                      <a:pt x="12781" y="914"/>
                      <a:pt x="12824" y="920"/>
                    </a:cubicBezTo>
                    <a:cubicBezTo>
                      <a:pt x="12844" y="927"/>
                      <a:pt x="12864" y="931"/>
                      <a:pt x="12885" y="931"/>
                    </a:cubicBezTo>
                    <a:cubicBezTo>
                      <a:pt x="12968" y="931"/>
                      <a:pt x="13048" y="872"/>
                      <a:pt x="13079" y="779"/>
                    </a:cubicBezTo>
                    <a:cubicBezTo>
                      <a:pt x="13104" y="665"/>
                      <a:pt x="13040" y="550"/>
                      <a:pt x="12926" y="525"/>
                    </a:cubicBezTo>
                    <a:cubicBezTo>
                      <a:pt x="12889" y="512"/>
                      <a:pt x="10986" y="0"/>
                      <a:pt x="85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7" name="Google Shape;987;p40"/>
              <p:cNvSpPr/>
              <p:nvPr/>
            </p:nvSpPr>
            <p:spPr>
              <a:xfrm rot="205075">
                <a:off x="-3138423" y="-79163"/>
                <a:ext cx="197192" cy="274250"/>
              </a:xfrm>
              <a:custGeom>
                <a:avLst/>
                <a:gdLst/>
                <a:ahLst/>
                <a:cxnLst/>
                <a:rect l="l" t="t" r="r" b="b"/>
                <a:pathLst>
                  <a:path w="4248" h="5908" extrusionOk="0">
                    <a:moveTo>
                      <a:pt x="3971" y="1"/>
                    </a:moveTo>
                    <a:cubicBezTo>
                      <a:pt x="3916" y="1"/>
                      <a:pt x="3858" y="25"/>
                      <a:pt x="3812" y="82"/>
                    </a:cubicBezTo>
                    <a:lnTo>
                      <a:pt x="64" y="5576"/>
                    </a:lnTo>
                    <a:cubicBezTo>
                      <a:pt x="0" y="5678"/>
                      <a:pt x="26" y="5805"/>
                      <a:pt x="115" y="5869"/>
                    </a:cubicBezTo>
                    <a:cubicBezTo>
                      <a:pt x="153" y="5895"/>
                      <a:pt x="192" y="5907"/>
                      <a:pt x="230" y="5907"/>
                    </a:cubicBezTo>
                    <a:cubicBezTo>
                      <a:pt x="306" y="5907"/>
                      <a:pt x="370" y="5869"/>
                      <a:pt x="408" y="5818"/>
                    </a:cubicBezTo>
                    <a:lnTo>
                      <a:pt x="4156" y="324"/>
                    </a:lnTo>
                    <a:cubicBezTo>
                      <a:pt x="4247" y="159"/>
                      <a:pt x="4115" y="1"/>
                      <a:pt x="3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88" name="Google Shape;988;p40"/>
            <p:cNvGrpSpPr/>
            <p:nvPr/>
          </p:nvGrpSpPr>
          <p:grpSpPr>
            <a:xfrm>
              <a:off x="3485499" y="1779309"/>
              <a:ext cx="560900" cy="519611"/>
              <a:chOff x="6431601" y="-1894477"/>
              <a:chExt cx="2004648" cy="1857079"/>
            </a:xfrm>
          </p:grpSpPr>
          <p:sp>
            <p:nvSpPr>
              <p:cNvPr id="989" name="Google Shape;989;p40"/>
              <p:cNvSpPr/>
              <p:nvPr/>
            </p:nvSpPr>
            <p:spPr>
              <a:xfrm>
                <a:off x="7424432" y="-981210"/>
                <a:ext cx="663342" cy="621332"/>
              </a:xfrm>
              <a:custGeom>
                <a:avLst/>
                <a:gdLst/>
                <a:ahLst/>
                <a:cxnLst/>
                <a:rect l="l" t="t" r="r" b="b"/>
                <a:pathLst>
                  <a:path w="14290" h="13385" extrusionOk="0">
                    <a:moveTo>
                      <a:pt x="1479" y="1"/>
                    </a:moveTo>
                    <a:lnTo>
                      <a:pt x="1" y="1619"/>
                    </a:lnTo>
                    <a:lnTo>
                      <a:pt x="12811" y="13384"/>
                    </a:lnTo>
                    <a:lnTo>
                      <a:pt x="14289" y="11778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0" name="Google Shape;990;p40"/>
              <p:cNvSpPr/>
              <p:nvPr/>
            </p:nvSpPr>
            <p:spPr>
              <a:xfrm>
                <a:off x="7797788" y="-638631"/>
                <a:ext cx="638461" cy="601232"/>
              </a:xfrm>
              <a:custGeom>
                <a:avLst/>
                <a:gdLst/>
                <a:ahLst/>
                <a:cxnLst/>
                <a:rect l="l" t="t" r="r" b="b"/>
                <a:pathLst>
                  <a:path w="13754" h="12952" extrusionOk="0">
                    <a:moveTo>
                      <a:pt x="2219" y="0"/>
                    </a:moveTo>
                    <a:cubicBezTo>
                      <a:pt x="2134" y="0"/>
                      <a:pt x="2049" y="36"/>
                      <a:pt x="1989" y="103"/>
                    </a:cubicBezTo>
                    <a:lnTo>
                      <a:pt x="128" y="2142"/>
                    </a:lnTo>
                    <a:cubicBezTo>
                      <a:pt x="1" y="2270"/>
                      <a:pt x="13" y="2474"/>
                      <a:pt x="141" y="2588"/>
                    </a:cubicBezTo>
                    <a:lnTo>
                      <a:pt x="11319" y="12862"/>
                    </a:lnTo>
                    <a:cubicBezTo>
                      <a:pt x="11380" y="12922"/>
                      <a:pt x="11458" y="12951"/>
                      <a:pt x="11535" y="12951"/>
                    </a:cubicBezTo>
                    <a:cubicBezTo>
                      <a:pt x="11620" y="12951"/>
                      <a:pt x="11705" y="12916"/>
                      <a:pt x="11766" y="12849"/>
                    </a:cubicBezTo>
                    <a:lnTo>
                      <a:pt x="13639" y="10810"/>
                    </a:lnTo>
                    <a:cubicBezTo>
                      <a:pt x="13754" y="10682"/>
                      <a:pt x="13754" y="10478"/>
                      <a:pt x="13614" y="10364"/>
                    </a:cubicBezTo>
                    <a:lnTo>
                      <a:pt x="2435" y="90"/>
                    </a:lnTo>
                    <a:cubicBezTo>
                      <a:pt x="2375" y="29"/>
                      <a:pt x="2297" y="0"/>
                      <a:pt x="22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1" name="Google Shape;991;p40"/>
              <p:cNvSpPr/>
              <p:nvPr/>
            </p:nvSpPr>
            <p:spPr>
              <a:xfrm>
                <a:off x="7796024" y="-621687"/>
                <a:ext cx="581596" cy="580714"/>
              </a:xfrm>
              <a:custGeom>
                <a:avLst/>
                <a:gdLst/>
                <a:ahLst/>
                <a:cxnLst/>
                <a:rect l="l" t="t" r="r" b="b"/>
                <a:pathLst>
                  <a:path w="12529" h="12510" extrusionOk="0">
                    <a:moveTo>
                      <a:pt x="1576" y="1"/>
                    </a:moveTo>
                    <a:cubicBezTo>
                      <a:pt x="1521" y="1"/>
                      <a:pt x="1468" y="23"/>
                      <a:pt x="1428" y="69"/>
                    </a:cubicBezTo>
                    <a:lnTo>
                      <a:pt x="447" y="1127"/>
                    </a:lnTo>
                    <a:cubicBezTo>
                      <a:pt x="0" y="1611"/>
                      <a:pt x="39" y="2363"/>
                      <a:pt x="523" y="2810"/>
                    </a:cubicBezTo>
                    <a:lnTo>
                      <a:pt x="10733" y="12191"/>
                    </a:lnTo>
                    <a:cubicBezTo>
                      <a:pt x="10949" y="12395"/>
                      <a:pt x="11230" y="12510"/>
                      <a:pt x="11523" y="12510"/>
                    </a:cubicBezTo>
                    <a:lnTo>
                      <a:pt x="11574" y="12510"/>
                    </a:lnTo>
                    <a:cubicBezTo>
                      <a:pt x="11893" y="12497"/>
                      <a:pt x="12186" y="12357"/>
                      <a:pt x="12403" y="12127"/>
                    </a:cubicBezTo>
                    <a:cubicBezTo>
                      <a:pt x="12528" y="11972"/>
                      <a:pt x="12397" y="11781"/>
                      <a:pt x="12243" y="11781"/>
                    </a:cubicBezTo>
                    <a:cubicBezTo>
                      <a:pt x="12194" y="11781"/>
                      <a:pt x="12143" y="11801"/>
                      <a:pt x="12097" y="11847"/>
                    </a:cubicBezTo>
                    <a:cubicBezTo>
                      <a:pt x="11956" y="11987"/>
                      <a:pt x="11765" y="12076"/>
                      <a:pt x="11561" y="12089"/>
                    </a:cubicBezTo>
                    <a:cubicBezTo>
                      <a:pt x="11547" y="12090"/>
                      <a:pt x="11532" y="12090"/>
                      <a:pt x="11517" y="12090"/>
                    </a:cubicBezTo>
                    <a:cubicBezTo>
                      <a:pt x="11328" y="12090"/>
                      <a:pt x="11142" y="12015"/>
                      <a:pt x="11000" y="11885"/>
                    </a:cubicBezTo>
                    <a:lnTo>
                      <a:pt x="803" y="2504"/>
                    </a:lnTo>
                    <a:cubicBezTo>
                      <a:pt x="485" y="2211"/>
                      <a:pt x="472" y="1726"/>
                      <a:pt x="752" y="1420"/>
                    </a:cubicBezTo>
                    <a:lnTo>
                      <a:pt x="1734" y="350"/>
                    </a:lnTo>
                    <a:cubicBezTo>
                      <a:pt x="1810" y="273"/>
                      <a:pt x="1798" y="133"/>
                      <a:pt x="1721" y="56"/>
                    </a:cubicBezTo>
                    <a:cubicBezTo>
                      <a:pt x="1678" y="20"/>
                      <a:pt x="1627" y="1"/>
                      <a:pt x="15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2" name="Google Shape;992;p40"/>
              <p:cNvSpPr/>
              <p:nvPr/>
            </p:nvSpPr>
            <p:spPr>
              <a:xfrm>
                <a:off x="6431601" y="-1894477"/>
                <a:ext cx="1456195" cy="1351193"/>
              </a:xfrm>
              <a:custGeom>
                <a:avLst/>
                <a:gdLst/>
                <a:ahLst/>
                <a:cxnLst/>
                <a:rect l="l" t="t" r="r" b="b"/>
                <a:pathLst>
                  <a:path w="31370" h="29108" extrusionOk="0">
                    <a:moveTo>
                      <a:pt x="15688" y="0"/>
                    </a:moveTo>
                    <a:cubicBezTo>
                      <a:pt x="11759" y="0"/>
                      <a:pt x="7842" y="1584"/>
                      <a:pt x="4971" y="4710"/>
                    </a:cubicBezTo>
                    <a:cubicBezTo>
                      <a:pt x="982" y="9031"/>
                      <a:pt x="0" y="15341"/>
                      <a:pt x="2486" y="20682"/>
                    </a:cubicBezTo>
                    <a:cubicBezTo>
                      <a:pt x="4870" y="25831"/>
                      <a:pt x="10027" y="29108"/>
                      <a:pt x="15660" y="29108"/>
                    </a:cubicBezTo>
                    <a:cubicBezTo>
                      <a:pt x="15869" y="29108"/>
                      <a:pt x="16079" y="29103"/>
                      <a:pt x="16290" y="29094"/>
                    </a:cubicBezTo>
                    <a:cubicBezTo>
                      <a:pt x="22179" y="28852"/>
                      <a:pt x="27328" y="25092"/>
                      <a:pt x="29355" y="19560"/>
                    </a:cubicBezTo>
                    <a:cubicBezTo>
                      <a:pt x="31369" y="14028"/>
                      <a:pt x="29865" y="7820"/>
                      <a:pt x="25531" y="3844"/>
                    </a:cubicBezTo>
                    <a:cubicBezTo>
                      <a:pt x="22736" y="1272"/>
                      <a:pt x="19207" y="0"/>
                      <a:pt x="156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3" name="Google Shape;993;p40"/>
              <p:cNvSpPr/>
              <p:nvPr/>
            </p:nvSpPr>
            <p:spPr>
              <a:xfrm>
                <a:off x="6613242" y="-1743798"/>
                <a:ext cx="1093470" cy="1050206"/>
              </a:xfrm>
              <a:custGeom>
                <a:avLst/>
                <a:gdLst/>
                <a:ahLst/>
                <a:cxnLst/>
                <a:rect l="l" t="t" r="r" b="b"/>
                <a:pathLst>
                  <a:path w="23556" h="22624" extrusionOk="0">
                    <a:moveTo>
                      <a:pt x="11771" y="0"/>
                    </a:moveTo>
                    <a:cubicBezTo>
                      <a:pt x="5938" y="0"/>
                      <a:pt x="982" y="4486"/>
                      <a:pt x="498" y="10400"/>
                    </a:cubicBezTo>
                    <a:cubicBezTo>
                      <a:pt x="0" y="16633"/>
                      <a:pt x="4640" y="22088"/>
                      <a:pt x="10873" y="22585"/>
                    </a:cubicBezTo>
                    <a:cubicBezTo>
                      <a:pt x="11186" y="22611"/>
                      <a:pt x="11498" y="22623"/>
                      <a:pt x="11806" y="22623"/>
                    </a:cubicBezTo>
                    <a:cubicBezTo>
                      <a:pt x="17642" y="22623"/>
                      <a:pt x="22586" y="18130"/>
                      <a:pt x="23059" y="12222"/>
                    </a:cubicBezTo>
                    <a:cubicBezTo>
                      <a:pt x="23556" y="5989"/>
                      <a:pt x="18916" y="534"/>
                      <a:pt x="12683" y="37"/>
                    </a:cubicBezTo>
                    <a:cubicBezTo>
                      <a:pt x="12377" y="12"/>
                      <a:pt x="12073" y="0"/>
                      <a:pt x="117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4" name="Google Shape;994;p40"/>
              <p:cNvSpPr/>
              <p:nvPr/>
            </p:nvSpPr>
            <p:spPr>
              <a:xfrm>
                <a:off x="6584230" y="-1584113"/>
                <a:ext cx="976027" cy="899991"/>
              </a:xfrm>
              <a:custGeom>
                <a:avLst/>
                <a:gdLst/>
                <a:ahLst/>
                <a:cxnLst/>
                <a:rect l="l" t="t" r="r" b="b"/>
                <a:pathLst>
                  <a:path w="21026" h="19388" extrusionOk="0">
                    <a:moveTo>
                      <a:pt x="4060" y="0"/>
                    </a:moveTo>
                    <a:cubicBezTo>
                      <a:pt x="4010" y="0"/>
                      <a:pt x="3959" y="19"/>
                      <a:pt x="3914" y="64"/>
                    </a:cubicBezTo>
                    <a:cubicBezTo>
                      <a:pt x="817" y="3429"/>
                      <a:pt x="1" y="8311"/>
                      <a:pt x="1836" y="12491"/>
                    </a:cubicBezTo>
                    <a:cubicBezTo>
                      <a:pt x="3672" y="16685"/>
                      <a:pt x="7814" y="19387"/>
                      <a:pt x="12390" y="19387"/>
                    </a:cubicBezTo>
                    <a:cubicBezTo>
                      <a:pt x="12543" y="19387"/>
                      <a:pt x="12709" y="19387"/>
                      <a:pt x="12887" y="19375"/>
                    </a:cubicBezTo>
                    <a:cubicBezTo>
                      <a:pt x="15947" y="19260"/>
                      <a:pt x="18827" y="17921"/>
                      <a:pt x="20892" y="15665"/>
                    </a:cubicBezTo>
                    <a:cubicBezTo>
                      <a:pt x="21025" y="15504"/>
                      <a:pt x="20882" y="15307"/>
                      <a:pt x="20726" y="15307"/>
                    </a:cubicBezTo>
                    <a:cubicBezTo>
                      <a:pt x="20673" y="15307"/>
                      <a:pt x="20619" y="15330"/>
                      <a:pt x="20573" y="15385"/>
                    </a:cubicBezTo>
                    <a:cubicBezTo>
                      <a:pt x="18389" y="17710"/>
                      <a:pt x="15433" y="18887"/>
                      <a:pt x="12471" y="18887"/>
                    </a:cubicBezTo>
                    <a:cubicBezTo>
                      <a:pt x="9782" y="18887"/>
                      <a:pt x="7088" y="17917"/>
                      <a:pt x="4959" y="15958"/>
                    </a:cubicBezTo>
                    <a:cubicBezTo>
                      <a:pt x="472" y="11841"/>
                      <a:pt x="141" y="4882"/>
                      <a:pt x="4220" y="357"/>
                    </a:cubicBezTo>
                    <a:cubicBezTo>
                      <a:pt x="4366" y="201"/>
                      <a:pt x="4221" y="0"/>
                      <a:pt x="40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995" name="Google Shape;995;p40"/>
          <p:cNvSpPr txBox="1"/>
          <p:nvPr>
            <p:ph type="ctrTitle"/>
          </p:nvPr>
        </p:nvSpPr>
        <p:spPr>
          <a:xfrm>
            <a:off x="4658995" y="826135"/>
            <a:ext cx="3504565" cy="2038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SecureMe</a:t>
            </a:r>
            <a:r>
              <a:rPr lang="en-US" altLang="en-GB" sz="2800"/>
              <a:t>-Platform to Secure your Daily Life</a:t>
            </a:r>
            <a:endParaRPr lang="en-US" altLang="en-GB" sz="2800"/>
          </a:p>
        </p:txBody>
      </p:sp>
      <p:sp>
        <p:nvSpPr>
          <p:cNvPr id="996" name="Google Shape;996;p40"/>
          <p:cNvSpPr txBox="1"/>
          <p:nvPr>
            <p:ph type="subTitle" idx="1"/>
          </p:nvPr>
        </p:nvSpPr>
        <p:spPr>
          <a:xfrm>
            <a:off x="4730550" y="3507931"/>
            <a:ext cx="3079800" cy="6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Submitted by:</a:t>
            </a:r>
            <a:endParaRPr lang="en-US" alt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Amritanshu Kumar</a:t>
            </a:r>
            <a:endParaRPr lang="en-US" alt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Ritesh Singh Kushwaha</a:t>
            </a:r>
            <a:endParaRPr lang="en-US" altLang="en-GB"/>
          </a:p>
        </p:txBody>
      </p:sp>
      <p:sp>
        <p:nvSpPr>
          <p:cNvPr id="997" name="Google Shape;997;p40"/>
          <p:cNvSpPr/>
          <p:nvPr/>
        </p:nvSpPr>
        <p:spPr>
          <a:xfrm>
            <a:off x="2104624" y="2762049"/>
            <a:ext cx="677213" cy="989427"/>
          </a:xfrm>
          <a:custGeom>
            <a:avLst/>
            <a:gdLst/>
            <a:ahLst/>
            <a:cxnLst/>
            <a:rect l="l" t="t" r="r" b="b"/>
            <a:pathLst>
              <a:path w="21835" h="31899" extrusionOk="0">
                <a:moveTo>
                  <a:pt x="14501" y="2308"/>
                </a:moveTo>
                <a:cubicBezTo>
                  <a:pt x="16035" y="2308"/>
                  <a:pt x="17284" y="3573"/>
                  <a:pt x="17272" y="5125"/>
                </a:cubicBezTo>
                <a:lnTo>
                  <a:pt x="17272" y="11294"/>
                </a:lnTo>
                <a:cubicBezTo>
                  <a:pt x="15023" y="10861"/>
                  <a:pt x="12793" y="10636"/>
                  <a:pt x="10579" y="10636"/>
                </a:cubicBezTo>
                <a:cubicBezTo>
                  <a:pt x="8564" y="10636"/>
                  <a:pt x="6563" y="10822"/>
                  <a:pt x="4576" y="11205"/>
                </a:cubicBezTo>
                <a:lnTo>
                  <a:pt x="4576" y="5125"/>
                </a:lnTo>
                <a:cubicBezTo>
                  <a:pt x="4551" y="3573"/>
                  <a:pt x="5800" y="2308"/>
                  <a:pt x="7347" y="2308"/>
                </a:cubicBezTo>
                <a:cubicBezTo>
                  <a:pt x="7362" y="2308"/>
                  <a:pt x="7378" y="2308"/>
                  <a:pt x="7393" y="2308"/>
                </a:cubicBezTo>
                <a:lnTo>
                  <a:pt x="14455" y="2308"/>
                </a:lnTo>
                <a:cubicBezTo>
                  <a:pt x="14470" y="2308"/>
                  <a:pt x="14485" y="2308"/>
                  <a:pt x="14501" y="2308"/>
                </a:cubicBezTo>
                <a:close/>
                <a:moveTo>
                  <a:pt x="10924" y="16495"/>
                </a:moveTo>
                <a:cubicBezTo>
                  <a:pt x="11982" y="16495"/>
                  <a:pt x="12912" y="17234"/>
                  <a:pt x="13142" y="18267"/>
                </a:cubicBezTo>
                <a:cubicBezTo>
                  <a:pt x="13371" y="19312"/>
                  <a:pt x="12861" y="20370"/>
                  <a:pt x="11893" y="20829"/>
                </a:cubicBezTo>
                <a:lnTo>
                  <a:pt x="11893" y="24130"/>
                </a:lnTo>
                <a:lnTo>
                  <a:pt x="9942" y="24130"/>
                </a:lnTo>
                <a:lnTo>
                  <a:pt x="9942" y="20829"/>
                </a:lnTo>
                <a:cubicBezTo>
                  <a:pt x="8974" y="20370"/>
                  <a:pt x="8464" y="19312"/>
                  <a:pt x="8693" y="18267"/>
                </a:cubicBezTo>
                <a:cubicBezTo>
                  <a:pt x="8936" y="17234"/>
                  <a:pt x="9853" y="16495"/>
                  <a:pt x="10924" y="16495"/>
                </a:cubicBezTo>
                <a:close/>
                <a:moveTo>
                  <a:pt x="14455" y="1"/>
                </a:moveTo>
                <a:lnTo>
                  <a:pt x="7393" y="14"/>
                </a:lnTo>
                <a:cubicBezTo>
                  <a:pt x="4564" y="14"/>
                  <a:pt x="2282" y="2295"/>
                  <a:pt x="2269" y="5125"/>
                </a:cubicBezTo>
                <a:lnTo>
                  <a:pt x="2269" y="11740"/>
                </a:lnTo>
                <a:cubicBezTo>
                  <a:pt x="1517" y="11944"/>
                  <a:pt x="752" y="12174"/>
                  <a:pt x="0" y="12441"/>
                </a:cubicBezTo>
                <a:lnTo>
                  <a:pt x="0" y="30388"/>
                </a:lnTo>
                <a:cubicBezTo>
                  <a:pt x="4077" y="31191"/>
                  <a:pt x="8159" y="31899"/>
                  <a:pt x="12286" y="31899"/>
                </a:cubicBezTo>
                <a:cubicBezTo>
                  <a:pt x="15436" y="31899"/>
                  <a:pt x="18613" y="31486"/>
                  <a:pt x="21835" y="30388"/>
                </a:cubicBezTo>
                <a:lnTo>
                  <a:pt x="21835" y="12441"/>
                </a:lnTo>
                <a:cubicBezTo>
                  <a:pt x="21083" y="12212"/>
                  <a:pt x="20318" y="11995"/>
                  <a:pt x="19566" y="11804"/>
                </a:cubicBezTo>
                <a:lnTo>
                  <a:pt x="19566" y="5112"/>
                </a:lnTo>
                <a:cubicBezTo>
                  <a:pt x="19553" y="2295"/>
                  <a:pt x="17272" y="14"/>
                  <a:pt x="1445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3"/>
          <p:cNvSpPr txBox="1"/>
          <p:nvPr>
            <p:ph type="title"/>
          </p:nvPr>
        </p:nvSpPr>
        <p:spPr>
          <a:xfrm>
            <a:off x="502860" y="843485"/>
            <a:ext cx="3710400" cy="7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1037" name="Google Shape;1037;p43"/>
          <p:cNvSpPr txBox="1"/>
          <p:nvPr>
            <p:ph type="subTitle" idx="1"/>
          </p:nvPr>
        </p:nvSpPr>
        <p:spPr>
          <a:xfrm>
            <a:off x="746760" y="2040255"/>
            <a:ext cx="4478020" cy="2889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Digital data security is a growing concern.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SecureMe is a lightweight, local platform for securing files, passwords, and notes.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Developed using Python Flask Framework.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Uses encryption algorithms for confidentiality and protection.</a:t>
            </a:r>
            <a:endParaRPr lang="en-US" altLang="en-US" sz="1400"/>
          </a:p>
        </p:txBody>
      </p:sp>
      <p:grpSp>
        <p:nvGrpSpPr>
          <p:cNvPr id="1038" name="Google Shape;1038;p43"/>
          <p:cNvGrpSpPr/>
          <p:nvPr/>
        </p:nvGrpSpPr>
        <p:grpSpPr>
          <a:xfrm>
            <a:off x="5091430" y="198120"/>
            <a:ext cx="3888740" cy="3857625"/>
            <a:chOff x="4003762" y="323840"/>
            <a:chExt cx="4843883" cy="4244548"/>
          </a:xfrm>
        </p:grpSpPr>
        <p:grpSp>
          <p:nvGrpSpPr>
            <p:cNvPr id="1039" name="Google Shape;1039;p43"/>
            <p:cNvGrpSpPr/>
            <p:nvPr/>
          </p:nvGrpSpPr>
          <p:grpSpPr>
            <a:xfrm>
              <a:off x="6257411" y="1134758"/>
              <a:ext cx="1703506" cy="1703506"/>
              <a:chOff x="367385" y="2587838"/>
              <a:chExt cx="2501110" cy="2501110"/>
            </a:xfrm>
          </p:grpSpPr>
          <p:sp>
            <p:nvSpPr>
              <p:cNvPr id="1040" name="Google Shape;1040;p43"/>
              <p:cNvSpPr/>
              <p:nvPr/>
            </p:nvSpPr>
            <p:spPr>
              <a:xfrm>
                <a:off x="616521" y="2910318"/>
                <a:ext cx="1930097" cy="1856521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39994" extrusionOk="0">
                    <a:moveTo>
                      <a:pt x="21576" y="8911"/>
                    </a:moveTo>
                    <a:cubicBezTo>
                      <a:pt x="23002" y="8911"/>
                      <a:pt x="24441" y="9186"/>
                      <a:pt x="25812" y="9751"/>
                    </a:cubicBezTo>
                    <a:cubicBezTo>
                      <a:pt x="29954" y="11472"/>
                      <a:pt x="32656" y="15513"/>
                      <a:pt x="32656" y="19999"/>
                    </a:cubicBezTo>
                    <a:cubicBezTo>
                      <a:pt x="32656" y="26118"/>
                      <a:pt x="27698" y="31076"/>
                      <a:pt x="21580" y="31076"/>
                    </a:cubicBezTo>
                    <a:cubicBezTo>
                      <a:pt x="17093" y="31076"/>
                      <a:pt x="13052" y="28386"/>
                      <a:pt x="11332" y="24244"/>
                    </a:cubicBezTo>
                    <a:cubicBezTo>
                      <a:pt x="9611" y="20101"/>
                      <a:pt x="10567" y="15334"/>
                      <a:pt x="13728" y="12160"/>
                    </a:cubicBezTo>
                    <a:cubicBezTo>
                      <a:pt x="15852" y="10036"/>
                      <a:pt x="18689" y="8911"/>
                      <a:pt x="21576" y="8911"/>
                    </a:cubicBezTo>
                    <a:close/>
                    <a:moveTo>
                      <a:pt x="21603" y="0"/>
                    </a:moveTo>
                    <a:cubicBezTo>
                      <a:pt x="21595" y="0"/>
                      <a:pt x="21588" y="0"/>
                      <a:pt x="21580" y="0"/>
                    </a:cubicBezTo>
                    <a:cubicBezTo>
                      <a:pt x="13486" y="0"/>
                      <a:pt x="6195" y="4869"/>
                      <a:pt x="3098" y="12339"/>
                    </a:cubicBezTo>
                    <a:cubicBezTo>
                      <a:pt x="0" y="19821"/>
                      <a:pt x="1721" y="28425"/>
                      <a:pt x="7431" y="34135"/>
                    </a:cubicBezTo>
                    <a:cubicBezTo>
                      <a:pt x="11258" y="37962"/>
                      <a:pt x="16373" y="39994"/>
                      <a:pt x="21576" y="39994"/>
                    </a:cubicBezTo>
                    <a:cubicBezTo>
                      <a:pt x="24154" y="39994"/>
                      <a:pt x="26753" y="39495"/>
                      <a:pt x="29228" y="38469"/>
                    </a:cubicBezTo>
                    <a:cubicBezTo>
                      <a:pt x="36710" y="35384"/>
                      <a:pt x="41579" y="28081"/>
                      <a:pt x="41579" y="19999"/>
                    </a:cubicBezTo>
                    <a:cubicBezTo>
                      <a:pt x="41579" y="8956"/>
                      <a:pt x="32631" y="0"/>
                      <a:pt x="216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1" name="Google Shape;1041;p43"/>
              <p:cNvSpPr/>
              <p:nvPr/>
            </p:nvSpPr>
            <p:spPr>
              <a:xfrm>
                <a:off x="1418241" y="2587838"/>
                <a:ext cx="399444" cy="388210"/>
              </a:xfrm>
              <a:custGeom>
                <a:avLst/>
                <a:gdLst/>
                <a:ahLst/>
                <a:cxnLst/>
                <a:rect l="l" t="t" r="r" b="b"/>
                <a:pathLst>
                  <a:path w="8605" h="8363" extrusionOk="0">
                    <a:moveTo>
                      <a:pt x="408" y="1"/>
                    </a:moveTo>
                    <a:cubicBezTo>
                      <a:pt x="179" y="1"/>
                      <a:pt x="0" y="192"/>
                      <a:pt x="0" y="408"/>
                    </a:cubicBezTo>
                    <a:lnTo>
                      <a:pt x="0" y="7954"/>
                    </a:lnTo>
                    <a:cubicBezTo>
                      <a:pt x="0" y="8184"/>
                      <a:pt x="179" y="8362"/>
                      <a:pt x="408" y="8362"/>
                    </a:cubicBezTo>
                    <a:lnTo>
                      <a:pt x="8196" y="8362"/>
                    </a:lnTo>
                    <a:cubicBezTo>
                      <a:pt x="8426" y="8362"/>
                      <a:pt x="8604" y="8184"/>
                      <a:pt x="8604" y="7954"/>
                    </a:cubicBezTo>
                    <a:lnTo>
                      <a:pt x="8604" y="408"/>
                    </a:lnTo>
                    <a:cubicBezTo>
                      <a:pt x="8604" y="192"/>
                      <a:pt x="8426" y="1"/>
                      <a:pt x="81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2" name="Google Shape;1042;p43"/>
              <p:cNvSpPr/>
              <p:nvPr/>
            </p:nvSpPr>
            <p:spPr>
              <a:xfrm>
                <a:off x="598185" y="2820541"/>
                <a:ext cx="544971" cy="541721"/>
              </a:xfrm>
              <a:custGeom>
                <a:avLst/>
                <a:gdLst/>
                <a:ahLst/>
                <a:cxnLst/>
                <a:rect l="l" t="t" r="r" b="b"/>
                <a:pathLst>
                  <a:path w="11740" h="11670" extrusionOk="0">
                    <a:moveTo>
                      <a:pt x="5964" y="0"/>
                    </a:moveTo>
                    <a:cubicBezTo>
                      <a:pt x="5860" y="0"/>
                      <a:pt x="5755" y="42"/>
                      <a:pt x="5672" y="124"/>
                    </a:cubicBezTo>
                    <a:lnTo>
                      <a:pt x="166" y="5644"/>
                    </a:lnTo>
                    <a:cubicBezTo>
                      <a:pt x="0" y="5796"/>
                      <a:pt x="0" y="6051"/>
                      <a:pt x="166" y="6217"/>
                    </a:cubicBezTo>
                    <a:lnTo>
                      <a:pt x="5494" y="11545"/>
                    </a:lnTo>
                    <a:cubicBezTo>
                      <a:pt x="5577" y="11628"/>
                      <a:pt x="5682" y="11669"/>
                      <a:pt x="5785" y="11669"/>
                    </a:cubicBezTo>
                    <a:cubicBezTo>
                      <a:pt x="5889" y="11669"/>
                      <a:pt x="5991" y="11628"/>
                      <a:pt x="6067" y="11545"/>
                    </a:cubicBezTo>
                    <a:lnTo>
                      <a:pt x="11586" y="6039"/>
                    </a:lnTo>
                    <a:cubicBezTo>
                      <a:pt x="11739" y="5873"/>
                      <a:pt x="11739" y="5618"/>
                      <a:pt x="11586" y="5452"/>
                    </a:cubicBezTo>
                    <a:lnTo>
                      <a:pt x="6246" y="124"/>
                    </a:lnTo>
                    <a:cubicBezTo>
                      <a:pt x="6169" y="42"/>
                      <a:pt x="6067" y="0"/>
                      <a:pt x="5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3" name="Google Shape;1043;p43"/>
              <p:cNvSpPr/>
              <p:nvPr/>
            </p:nvSpPr>
            <p:spPr>
              <a:xfrm>
                <a:off x="367385" y="3638694"/>
                <a:ext cx="388210" cy="400001"/>
              </a:xfrm>
              <a:custGeom>
                <a:avLst/>
                <a:gdLst/>
                <a:ahLst/>
                <a:cxnLst/>
                <a:rect l="l" t="t" r="r" b="b"/>
                <a:pathLst>
                  <a:path w="8363" h="8617" extrusionOk="0">
                    <a:moveTo>
                      <a:pt x="409" y="0"/>
                    </a:moveTo>
                    <a:cubicBezTo>
                      <a:pt x="179" y="0"/>
                      <a:pt x="1" y="179"/>
                      <a:pt x="1" y="408"/>
                    </a:cubicBezTo>
                    <a:lnTo>
                      <a:pt x="1" y="8209"/>
                    </a:lnTo>
                    <a:cubicBezTo>
                      <a:pt x="1" y="8425"/>
                      <a:pt x="179" y="8617"/>
                      <a:pt x="409" y="8617"/>
                    </a:cubicBezTo>
                    <a:lnTo>
                      <a:pt x="7955" y="8617"/>
                    </a:lnTo>
                    <a:cubicBezTo>
                      <a:pt x="8171" y="8617"/>
                      <a:pt x="8363" y="8425"/>
                      <a:pt x="8363" y="8209"/>
                    </a:cubicBezTo>
                    <a:lnTo>
                      <a:pt x="8363" y="408"/>
                    </a:lnTo>
                    <a:cubicBezTo>
                      <a:pt x="8363" y="179"/>
                      <a:pt x="8171" y="0"/>
                      <a:pt x="79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4" name="Google Shape;1044;p43"/>
              <p:cNvSpPr/>
              <p:nvPr/>
            </p:nvSpPr>
            <p:spPr>
              <a:xfrm>
                <a:off x="598185" y="4314987"/>
                <a:ext cx="544971" cy="541443"/>
              </a:xfrm>
              <a:custGeom>
                <a:avLst/>
                <a:gdLst/>
                <a:ahLst/>
                <a:cxnLst/>
                <a:rect l="l" t="t" r="r" b="b"/>
                <a:pathLst>
                  <a:path w="11740" h="11664" extrusionOk="0">
                    <a:moveTo>
                      <a:pt x="5785" y="0"/>
                    </a:moveTo>
                    <a:cubicBezTo>
                      <a:pt x="5682" y="0"/>
                      <a:pt x="5577" y="38"/>
                      <a:pt x="5494" y="115"/>
                    </a:cubicBezTo>
                    <a:lnTo>
                      <a:pt x="166" y="5456"/>
                    </a:lnTo>
                    <a:cubicBezTo>
                      <a:pt x="0" y="5609"/>
                      <a:pt x="0" y="5876"/>
                      <a:pt x="166" y="6029"/>
                    </a:cubicBezTo>
                    <a:lnTo>
                      <a:pt x="5672" y="11548"/>
                    </a:lnTo>
                    <a:cubicBezTo>
                      <a:pt x="5755" y="11625"/>
                      <a:pt x="5860" y="11663"/>
                      <a:pt x="5965" y="11663"/>
                    </a:cubicBezTo>
                    <a:cubicBezTo>
                      <a:pt x="6070" y="11663"/>
                      <a:pt x="6176" y="11625"/>
                      <a:pt x="6258" y="11548"/>
                    </a:cubicBezTo>
                    <a:lnTo>
                      <a:pt x="11586" y="6208"/>
                    </a:lnTo>
                    <a:cubicBezTo>
                      <a:pt x="11739" y="6055"/>
                      <a:pt x="11739" y="5787"/>
                      <a:pt x="11586" y="5634"/>
                    </a:cubicBezTo>
                    <a:lnTo>
                      <a:pt x="6067" y="115"/>
                    </a:lnTo>
                    <a:cubicBezTo>
                      <a:pt x="5991" y="38"/>
                      <a:pt x="5889" y="0"/>
                      <a:pt x="57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5" name="Google Shape;1045;p43"/>
              <p:cNvSpPr/>
              <p:nvPr/>
            </p:nvSpPr>
            <p:spPr>
              <a:xfrm>
                <a:off x="1418241" y="4701341"/>
                <a:ext cx="399444" cy="387607"/>
              </a:xfrm>
              <a:custGeom>
                <a:avLst/>
                <a:gdLst/>
                <a:ahLst/>
                <a:cxnLst/>
                <a:rect l="l" t="t" r="r" b="b"/>
                <a:pathLst>
                  <a:path w="8605" h="8350" extrusionOk="0">
                    <a:moveTo>
                      <a:pt x="408" y="1"/>
                    </a:moveTo>
                    <a:cubicBezTo>
                      <a:pt x="179" y="1"/>
                      <a:pt x="0" y="179"/>
                      <a:pt x="0" y="408"/>
                    </a:cubicBezTo>
                    <a:lnTo>
                      <a:pt x="0" y="7942"/>
                    </a:lnTo>
                    <a:cubicBezTo>
                      <a:pt x="0" y="8171"/>
                      <a:pt x="179" y="8349"/>
                      <a:pt x="408" y="8349"/>
                    </a:cubicBezTo>
                    <a:lnTo>
                      <a:pt x="8196" y="8349"/>
                    </a:lnTo>
                    <a:cubicBezTo>
                      <a:pt x="8426" y="8349"/>
                      <a:pt x="8604" y="8171"/>
                      <a:pt x="8604" y="7942"/>
                    </a:cubicBezTo>
                    <a:lnTo>
                      <a:pt x="8604" y="408"/>
                    </a:lnTo>
                    <a:cubicBezTo>
                      <a:pt x="8604" y="179"/>
                      <a:pt x="8426" y="1"/>
                      <a:pt x="81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6" name="Google Shape;1046;p43"/>
              <p:cNvSpPr/>
              <p:nvPr/>
            </p:nvSpPr>
            <p:spPr>
              <a:xfrm>
                <a:off x="2092166" y="4314987"/>
                <a:ext cx="545574" cy="541443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64" extrusionOk="0">
                    <a:moveTo>
                      <a:pt x="5967" y="0"/>
                    </a:moveTo>
                    <a:cubicBezTo>
                      <a:pt x="5864" y="0"/>
                      <a:pt x="5762" y="38"/>
                      <a:pt x="5685" y="115"/>
                    </a:cubicBezTo>
                    <a:lnTo>
                      <a:pt x="166" y="5634"/>
                    </a:lnTo>
                    <a:cubicBezTo>
                      <a:pt x="1" y="5787"/>
                      <a:pt x="1" y="6055"/>
                      <a:pt x="166" y="6208"/>
                    </a:cubicBezTo>
                    <a:lnTo>
                      <a:pt x="5494" y="11548"/>
                    </a:lnTo>
                    <a:cubicBezTo>
                      <a:pt x="5577" y="11625"/>
                      <a:pt x="5682" y="11663"/>
                      <a:pt x="5787" y="11663"/>
                    </a:cubicBezTo>
                    <a:cubicBezTo>
                      <a:pt x="5893" y="11663"/>
                      <a:pt x="5998" y="11625"/>
                      <a:pt x="6081" y="11548"/>
                    </a:cubicBezTo>
                    <a:lnTo>
                      <a:pt x="11587" y="6029"/>
                    </a:lnTo>
                    <a:cubicBezTo>
                      <a:pt x="11753" y="5876"/>
                      <a:pt x="11753" y="5609"/>
                      <a:pt x="11587" y="5456"/>
                    </a:cubicBezTo>
                    <a:lnTo>
                      <a:pt x="6259" y="115"/>
                    </a:lnTo>
                    <a:cubicBezTo>
                      <a:pt x="6176" y="38"/>
                      <a:pt x="6071" y="0"/>
                      <a:pt x="59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7" name="Google Shape;1047;p43"/>
              <p:cNvSpPr/>
              <p:nvPr/>
            </p:nvSpPr>
            <p:spPr>
              <a:xfrm>
                <a:off x="2480330" y="3638694"/>
                <a:ext cx="388164" cy="400001"/>
              </a:xfrm>
              <a:custGeom>
                <a:avLst/>
                <a:gdLst/>
                <a:ahLst/>
                <a:cxnLst/>
                <a:rect l="l" t="t" r="r" b="b"/>
                <a:pathLst>
                  <a:path w="8362" h="8617" extrusionOk="0">
                    <a:moveTo>
                      <a:pt x="408" y="0"/>
                    </a:moveTo>
                    <a:cubicBezTo>
                      <a:pt x="191" y="0"/>
                      <a:pt x="0" y="179"/>
                      <a:pt x="0" y="408"/>
                    </a:cubicBezTo>
                    <a:lnTo>
                      <a:pt x="0" y="8209"/>
                    </a:lnTo>
                    <a:cubicBezTo>
                      <a:pt x="0" y="8425"/>
                      <a:pt x="191" y="8617"/>
                      <a:pt x="408" y="8617"/>
                    </a:cubicBezTo>
                    <a:lnTo>
                      <a:pt x="7954" y="8617"/>
                    </a:lnTo>
                    <a:cubicBezTo>
                      <a:pt x="8183" y="8617"/>
                      <a:pt x="8362" y="8425"/>
                      <a:pt x="8362" y="8209"/>
                    </a:cubicBezTo>
                    <a:lnTo>
                      <a:pt x="8362" y="408"/>
                    </a:lnTo>
                    <a:cubicBezTo>
                      <a:pt x="8362" y="179"/>
                      <a:pt x="8183" y="0"/>
                      <a:pt x="79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" name="Google Shape;1048;p43"/>
              <p:cNvSpPr/>
              <p:nvPr/>
            </p:nvSpPr>
            <p:spPr>
              <a:xfrm>
                <a:off x="2092166" y="2820959"/>
                <a:ext cx="545574" cy="541304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61" extrusionOk="0">
                    <a:moveTo>
                      <a:pt x="5787" y="1"/>
                    </a:moveTo>
                    <a:cubicBezTo>
                      <a:pt x="5682" y="1"/>
                      <a:pt x="5577" y="39"/>
                      <a:pt x="5494" y="115"/>
                    </a:cubicBezTo>
                    <a:lnTo>
                      <a:pt x="166" y="5443"/>
                    </a:lnTo>
                    <a:cubicBezTo>
                      <a:pt x="1" y="5609"/>
                      <a:pt x="1" y="5864"/>
                      <a:pt x="166" y="6030"/>
                    </a:cubicBezTo>
                    <a:lnTo>
                      <a:pt x="5685" y="11536"/>
                    </a:lnTo>
                    <a:cubicBezTo>
                      <a:pt x="5762" y="11619"/>
                      <a:pt x="5864" y="11660"/>
                      <a:pt x="5967" y="11660"/>
                    </a:cubicBezTo>
                    <a:cubicBezTo>
                      <a:pt x="6071" y="11660"/>
                      <a:pt x="6176" y="11619"/>
                      <a:pt x="6259" y="11536"/>
                    </a:cubicBezTo>
                    <a:lnTo>
                      <a:pt x="11587" y="6208"/>
                    </a:lnTo>
                    <a:cubicBezTo>
                      <a:pt x="11753" y="6042"/>
                      <a:pt x="11753" y="5787"/>
                      <a:pt x="11587" y="5635"/>
                    </a:cubicBezTo>
                    <a:lnTo>
                      <a:pt x="6081" y="115"/>
                    </a:lnTo>
                    <a:cubicBezTo>
                      <a:pt x="5998" y="39"/>
                      <a:pt x="5893" y="1"/>
                      <a:pt x="57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49" name="Google Shape;1049;p43"/>
            <p:cNvGrpSpPr/>
            <p:nvPr/>
          </p:nvGrpSpPr>
          <p:grpSpPr>
            <a:xfrm flipH="1">
              <a:off x="4003762" y="1676083"/>
              <a:ext cx="4547995" cy="2892306"/>
              <a:chOff x="9695550" y="1110775"/>
              <a:chExt cx="4856375" cy="3088750"/>
            </a:xfrm>
          </p:grpSpPr>
          <p:sp>
            <p:nvSpPr>
              <p:cNvPr id="1050" name="Google Shape;1050;p43"/>
              <p:cNvSpPr/>
              <p:nvPr/>
            </p:nvSpPr>
            <p:spPr>
              <a:xfrm>
                <a:off x="9799750" y="3970075"/>
                <a:ext cx="4752175" cy="229450"/>
              </a:xfrm>
              <a:custGeom>
                <a:avLst/>
                <a:gdLst/>
                <a:ahLst/>
                <a:cxnLst/>
                <a:rect l="l" t="t" r="r" b="b"/>
                <a:pathLst>
                  <a:path w="190087" h="9178" extrusionOk="0">
                    <a:moveTo>
                      <a:pt x="4589" y="1"/>
                    </a:moveTo>
                    <a:cubicBezTo>
                      <a:pt x="2065" y="1"/>
                      <a:pt x="0" y="2053"/>
                      <a:pt x="0" y="4589"/>
                    </a:cubicBezTo>
                    <a:cubicBezTo>
                      <a:pt x="0" y="7126"/>
                      <a:pt x="2052" y="9178"/>
                      <a:pt x="4589" y="9178"/>
                    </a:cubicBezTo>
                    <a:lnTo>
                      <a:pt x="185498" y="9178"/>
                    </a:lnTo>
                    <a:cubicBezTo>
                      <a:pt x="188034" y="9178"/>
                      <a:pt x="190086" y="7126"/>
                      <a:pt x="190086" y="4589"/>
                    </a:cubicBezTo>
                    <a:cubicBezTo>
                      <a:pt x="190086" y="2053"/>
                      <a:pt x="188034" y="1"/>
                      <a:pt x="185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" name="Google Shape;1051;p43"/>
              <p:cNvSpPr/>
              <p:nvPr/>
            </p:nvSpPr>
            <p:spPr>
              <a:xfrm>
                <a:off x="9991900" y="2140325"/>
                <a:ext cx="479925" cy="1786750"/>
              </a:xfrm>
              <a:custGeom>
                <a:avLst/>
                <a:gdLst/>
                <a:ahLst/>
                <a:cxnLst/>
                <a:rect l="l" t="t" r="r" b="b"/>
                <a:pathLst>
                  <a:path w="19197" h="71470" extrusionOk="0">
                    <a:moveTo>
                      <a:pt x="3289" y="1"/>
                    </a:moveTo>
                    <a:cubicBezTo>
                      <a:pt x="1441" y="1"/>
                      <a:pt x="0" y="1633"/>
                      <a:pt x="217" y="3468"/>
                    </a:cubicBezTo>
                    <a:lnTo>
                      <a:pt x="8069" y="68742"/>
                    </a:lnTo>
                    <a:cubicBezTo>
                      <a:pt x="8260" y="70297"/>
                      <a:pt x="9573" y="71470"/>
                      <a:pt x="11140" y="71470"/>
                    </a:cubicBezTo>
                    <a:lnTo>
                      <a:pt x="15844" y="71470"/>
                    </a:lnTo>
                    <a:cubicBezTo>
                      <a:pt x="17743" y="71470"/>
                      <a:pt x="19196" y="69775"/>
                      <a:pt x="18916" y="67901"/>
                    </a:cubicBezTo>
                    <a:lnTo>
                      <a:pt x="8961" y="2639"/>
                    </a:lnTo>
                    <a:cubicBezTo>
                      <a:pt x="8731" y="1123"/>
                      <a:pt x="7431" y="1"/>
                      <a:pt x="5902" y="1"/>
                    </a:cubicBezTo>
                    <a:close/>
                  </a:path>
                </a:pathLst>
              </a:custGeom>
              <a:solidFill>
                <a:srgbClr val="87A1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2" name="Google Shape;1052;p43"/>
              <p:cNvSpPr/>
              <p:nvPr/>
            </p:nvSpPr>
            <p:spPr>
              <a:xfrm>
                <a:off x="9991900" y="2140325"/>
                <a:ext cx="479925" cy="1786750"/>
              </a:xfrm>
              <a:custGeom>
                <a:avLst/>
                <a:gdLst/>
                <a:ahLst/>
                <a:cxnLst/>
                <a:rect l="l" t="t" r="r" b="b"/>
                <a:pathLst>
                  <a:path w="19197" h="71470" extrusionOk="0">
                    <a:moveTo>
                      <a:pt x="3289" y="1"/>
                    </a:moveTo>
                    <a:cubicBezTo>
                      <a:pt x="1441" y="1"/>
                      <a:pt x="0" y="1633"/>
                      <a:pt x="217" y="3468"/>
                    </a:cubicBezTo>
                    <a:lnTo>
                      <a:pt x="8069" y="68742"/>
                    </a:lnTo>
                    <a:cubicBezTo>
                      <a:pt x="8260" y="70297"/>
                      <a:pt x="9573" y="71470"/>
                      <a:pt x="11140" y="71470"/>
                    </a:cubicBezTo>
                    <a:lnTo>
                      <a:pt x="15844" y="71470"/>
                    </a:lnTo>
                    <a:cubicBezTo>
                      <a:pt x="17743" y="71470"/>
                      <a:pt x="19196" y="69775"/>
                      <a:pt x="18916" y="67901"/>
                    </a:cubicBezTo>
                    <a:lnTo>
                      <a:pt x="8961" y="2639"/>
                    </a:lnTo>
                    <a:cubicBezTo>
                      <a:pt x="8731" y="1123"/>
                      <a:pt x="7431" y="1"/>
                      <a:pt x="59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3" name="Google Shape;1053;p43"/>
              <p:cNvSpPr/>
              <p:nvPr/>
            </p:nvSpPr>
            <p:spPr>
              <a:xfrm>
                <a:off x="10078250" y="2140325"/>
                <a:ext cx="2601550" cy="1786450"/>
              </a:xfrm>
              <a:custGeom>
                <a:avLst/>
                <a:gdLst/>
                <a:ahLst/>
                <a:cxnLst/>
                <a:rect l="l" t="t" r="r" b="b"/>
                <a:pathLst>
                  <a:path w="104062" h="71458" extrusionOk="0">
                    <a:moveTo>
                      <a:pt x="2983" y="1"/>
                    </a:moveTo>
                    <a:cubicBezTo>
                      <a:pt x="1301" y="1"/>
                      <a:pt x="0" y="1454"/>
                      <a:pt x="192" y="3124"/>
                    </a:cubicBezTo>
                    <a:lnTo>
                      <a:pt x="7801" y="68806"/>
                    </a:lnTo>
                    <a:cubicBezTo>
                      <a:pt x="7980" y="70323"/>
                      <a:pt x="9267" y="71457"/>
                      <a:pt x="10784" y="71457"/>
                    </a:cubicBezTo>
                    <a:lnTo>
                      <a:pt x="100021" y="71457"/>
                    </a:lnTo>
                    <a:cubicBezTo>
                      <a:pt x="102290" y="71457"/>
                      <a:pt x="104062" y="69481"/>
                      <a:pt x="103794" y="67225"/>
                    </a:cubicBezTo>
                    <a:lnTo>
                      <a:pt x="96452" y="2920"/>
                    </a:lnTo>
                    <a:cubicBezTo>
                      <a:pt x="96261" y="1314"/>
                      <a:pt x="94910" y="116"/>
                      <a:pt x="93304" y="103"/>
                    </a:cubicBezTo>
                    <a:lnTo>
                      <a:pt x="29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4" name="Google Shape;1054;p43"/>
              <p:cNvSpPr/>
              <p:nvPr/>
            </p:nvSpPr>
            <p:spPr>
              <a:xfrm>
                <a:off x="10214325" y="3927050"/>
                <a:ext cx="3617425" cy="101050"/>
              </a:xfrm>
              <a:custGeom>
                <a:avLst/>
                <a:gdLst/>
                <a:ahLst/>
                <a:cxnLst/>
                <a:rect l="l" t="t" r="r" b="b"/>
                <a:pathLst>
                  <a:path w="144697" h="4042" extrusionOk="0">
                    <a:moveTo>
                      <a:pt x="2027" y="1"/>
                    </a:moveTo>
                    <a:cubicBezTo>
                      <a:pt x="905" y="1"/>
                      <a:pt x="0" y="906"/>
                      <a:pt x="0" y="2015"/>
                    </a:cubicBezTo>
                    <a:cubicBezTo>
                      <a:pt x="0" y="3136"/>
                      <a:pt x="905" y="4041"/>
                      <a:pt x="2027" y="4041"/>
                    </a:cubicBezTo>
                    <a:lnTo>
                      <a:pt x="142670" y="4041"/>
                    </a:lnTo>
                    <a:cubicBezTo>
                      <a:pt x="143792" y="4041"/>
                      <a:pt x="144697" y="3136"/>
                      <a:pt x="144697" y="2015"/>
                    </a:cubicBezTo>
                    <a:cubicBezTo>
                      <a:pt x="144697" y="906"/>
                      <a:pt x="143792" y="1"/>
                      <a:pt x="142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5" name="Google Shape;1055;p43"/>
              <p:cNvSpPr/>
              <p:nvPr/>
            </p:nvSpPr>
            <p:spPr>
              <a:xfrm>
                <a:off x="10214325" y="3927050"/>
                <a:ext cx="1553800" cy="101050"/>
              </a:xfrm>
              <a:custGeom>
                <a:avLst/>
                <a:gdLst/>
                <a:ahLst/>
                <a:cxnLst/>
                <a:rect l="l" t="t" r="r" b="b"/>
                <a:pathLst>
                  <a:path w="62152" h="4042" extrusionOk="0">
                    <a:moveTo>
                      <a:pt x="344" y="1"/>
                    </a:moveTo>
                    <a:cubicBezTo>
                      <a:pt x="153" y="1"/>
                      <a:pt x="0" y="141"/>
                      <a:pt x="0" y="332"/>
                    </a:cubicBezTo>
                    <a:lnTo>
                      <a:pt x="0" y="3710"/>
                    </a:lnTo>
                    <a:cubicBezTo>
                      <a:pt x="0" y="3888"/>
                      <a:pt x="153" y="4041"/>
                      <a:pt x="344" y="4041"/>
                    </a:cubicBezTo>
                    <a:lnTo>
                      <a:pt x="61807" y="4041"/>
                    </a:lnTo>
                    <a:cubicBezTo>
                      <a:pt x="61998" y="4041"/>
                      <a:pt x="62151" y="3888"/>
                      <a:pt x="62151" y="3710"/>
                    </a:cubicBezTo>
                    <a:lnTo>
                      <a:pt x="62151" y="332"/>
                    </a:lnTo>
                    <a:cubicBezTo>
                      <a:pt x="62151" y="141"/>
                      <a:pt x="61998" y="1"/>
                      <a:pt x="61807" y="1"/>
                    </a:cubicBezTo>
                    <a:close/>
                  </a:path>
                </a:pathLst>
              </a:custGeom>
              <a:solidFill>
                <a:srgbClr val="0B2140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6" name="Google Shape;1056;p43"/>
              <p:cNvSpPr/>
              <p:nvPr/>
            </p:nvSpPr>
            <p:spPr>
              <a:xfrm>
                <a:off x="10133050" y="2210450"/>
                <a:ext cx="2492575" cy="1640800"/>
              </a:xfrm>
              <a:custGeom>
                <a:avLst/>
                <a:gdLst/>
                <a:ahLst/>
                <a:cxnLst/>
                <a:rect l="l" t="t" r="r" b="b"/>
                <a:pathLst>
                  <a:path w="99703" h="65632" extrusionOk="0">
                    <a:moveTo>
                      <a:pt x="1" y="0"/>
                    </a:moveTo>
                    <a:lnTo>
                      <a:pt x="7636" y="65631"/>
                    </a:lnTo>
                    <a:lnTo>
                      <a:pt x="99703" y="65631"/>
                    </a:lnTo>
                    <a:lnTo>
                      <a:pt x="922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7" name="Google Shape;1057;p43"/>
              <p:cNvSpPr/>
              <p:nvPr/>
            </p:nvSpPr>
            <p:spPr>
              <a:xfrm>
                <a:off x="10127325" y="2205300"/>
                <a:ext cx="1878825" cy="1651050"/>
              </a:xfrm>
              <a:custGeom>
                <a:avLst/>
                <a:gdLst/>
                <a:ahLst/>
                <a:cxnLst/>
                <a:rect l="l" t="t" r="r" b="b"/>
                <a:pathLst>
                  <a:path w="75153" h="66042" extrusionOk="0">
                    <a:moveTo>
                      <a:pt x="229" y="1"/>
                    </a:moveTo>
                    <a:cubicBezTo>
                      <a:pt x="221" y="1"/>
                      <a:pt x="213" y="1"/>
                      <a:pt x="204" y="2"/>
                    </a:cubicBezTo>
                    <a:cubicBezTo>
                      <a:pt x="90" y="15"/>
                      <a:pt x="0" y="117"/>
                      <a:pt x="26" y="232"/>
                    </a:cubicBezTo>
                    <a:lnTo>
                      <a:pt x="7661" y="65863"/>
                    </a:lnTo>
                    <a:lnTo>
                      <a:pt x="7686" y="66041"/>
                    </a:lnTo>
                    <a:lnTo>
                      <a:pt x="74898" y="66041"/>
                    </a:lnTo>
                    <a:cubicBezTo>
                      <a:pt x="75153" y="66016"/>
                      <a:pt x="75153" y="65646"/>
                      <a:pt x="74898" y="65620"/>
                    </a:cubicBezTo>
                    <a:lnTo>
                      <a:pt x="8056" y="65620"/>
                    </a:lnTo>
                    <a:lnTo>
                      <a:pt x="434" y="181"/>
                    </a:lnTo>
                    <a:cubicBezTo>
                      <a:pt x="422" y="74"/>
                      <a:pt x="333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8" name="Google Shape;1058;p43"/>
              <p:cNvSpPr/>
              <p:nvPr/>
            </p:nvSpPr>
            <p:spPr>
              <a:xfrm>
                <a:off x="10900725" y="3365250"/>
                <a:ext cx="1109900" cy="305950"/>
              </a:xfrm>
              <a:custGeom>
                <a:avLst/>
                <a:gdLst/>
                <a:ahLst/>
                <a:cxnLst/>
                <a:rect l="l" t="t" r="r" b="b"/>
                <a:pathLst>
                  <a:path w="44396" h="12238" extrusionOk="0">
                    <a:moveTo>
                      <a:pt x="4375" y="1"/>
                    </a:moveTo>
                    <a:cubicBezTo>
                      <a:pt x="1925" y="1"/>
                      <a:pt x="0" y="2086"/>
                      <a:pt x="191" y="4526"/>
                    </a:cubicBezTo>
                    <a:lnTo>
                      <a:pt x="369" y="7075"/>
                    </a:lnTo>
                    <a:cubicBezTo>
                      <a:pt x="586" y="9981"/>
                      <a:pt x="3008" y="12237"/>
                      <a:pt x="5927" y="12237"/>
                    </a:cubicBezTo>
                    <a:lnTo>
                      <a:pt x="39807" y="12237"/>
                    </a:lnTo>
                    <a:cubicBezTo>
                      <a:pt x="42432" y="12237"/>
                      <a:pt x="44395" y="9828"/>
                      <a:pt x="43873" y="7254"/>
                    </a:cubicBezTo>
                    <a:lnTo>
                      <a:pt x="43299" y="4449"/>
                    </a:lnTo>
                    <a:cubicBezTo>
                      <a:pt x="42764" y="1862"/>
                      <a:pt x="40482" y="1"/>
                      <a:pt x="37844" y="1"/>
                    </a:cubicBezTo>
                    <a:lnTo>
                      <a:pt x="4397" y="1"/>
                    </a:lnTo>
                    <a:cubicBezTo>
                      <a:pt x="4390" y="1"/>
                      <a:pt x="4382" y="1"/>
                      <a:pt x="43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9" name="Google Shape;1059;p43"/>
              <p:cNvSpPr/>
              <p:nvPr/>
            </p:nvSpPr>
            <p:spPr>
              <a:xfrm flipH="1">
                <a:off x="11326825" y="3421125"/>
                <a:ext cx="304500" cy="170725"/>
              </a:xfrm>
              <a:custGeom>
                <a:avLst/>
                <a:gdLst/>
                <a:ahLst/>
                <a:cxnLst/>
                <a:rect l="l" t="t" r="r" b="b"/>
                <a:pathLst>
                  <a:path w="12180" h="6829" extrusionOk="0">
                    <a:moveTo>
                      <a:pt x="11576" y="0"/>
                    </a:moveTo>
                    <a:cubicBezTo>
                      <a:pt x="11476" y="0"/>
                      <a:pt x="11371" y="41"/>
                      <a:pt x="11278" y="137"/>
                    </a:cubicBezTo>
                    <a:lnTo>
                      <a:pt x="5581" y="5873"/>
                    </a:lnTo>
                    <a:lnTo>
                      <a:pt x="839" y="2584"/>
                    </a:lnTo>
                    <a:cubicBezTo>
                      <a:pt x="758" y="2530"/>
                      <a:pt x="676" y="2506"/>
                      <a:pt x="600" y="2506"/>
                    </a:cubicBezTo>
                    <a:cubicBezTo>
                      <a:pt x="246" y="2506"/>
                      <a:pt x="0" y="3010"/>
                      <a:pt x="367" y="3272"/>
                    </a:cubicBezTo>
                    <a:lnTo>
                      <a:pt x="5389" y="6752"/>
                    </a:lnTo>
                    <a:cubicBezTo>
                      <a:pt x="5453" y="6803"/>
                      <a:pt x="5542" y="6829"/>
                      <a:pt x="5619" y="6829"/>
                    </a:cubicBezTo>
                    <a:cubicBezTo>
                      <a:pt x="5734" y="6829"/>
                      <a:pt x="5835" y="6790"/>
                      <a:pt x="5925" y="6714"/>
                    </a:cubicBezTo>
                    <a:lnTo>
                      <a:pt x="11877" y="723"/>
                    </a:lnTo>
                    <a:cubicBezTo>
                      <a:pt x="12179" y="421"/>
                      <a:pt x="11901" y="0"/>
                      <a:pt x="115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0" name="Google Shape;1060;p43"/>
              <p:cNvSpPr/>
              <p:nvPr/>
            </p:nvSpPr>
            <p:spPr>
              <a:xfrm>
                <a:off x="10584275" y="1663300"/>
                <a:ext cx="940700" cy="1565925"/>
              </a:xfrm>
              <a:custGeom>
                <a:avLst/>
                <a:gdLst/>
                <a:ahLst/>
                <a:cxnLst/>
                <a:rect l="l" t="t" r="r" b="b"/>
                <a:pathLst>
                  <a:path w="37628" h="62637" extrusionOk="0">
                    <a:moveTo>
                      <a:pt x="33813" y="1"/>
                    </a:moveTo>
                    <a:cubicBezTo>
                      <a:pt x="27353" y="1"/>
                      <a:pt x="13629" y="1277"/>
                      <a:pt x="1" y="10657"/>
                    </a:cubicBezTo>
                    <a:cubicBezTo>
                      <a:pt x="1" y="10657"/>
                      <a:pt x="867" y="58226"/>
                      <a:pt x="35792" y="62636"/>
                    </a:cubicBezTo>
                    <a:lnTo>
                      <a:pt x="37628" y="179"/>
                    </a:lnTo>
                    <a:cubicBezTo>
                      <a:pt x="37628" y="179"/>
                      <a:pt x="36228" y="1"/>
                      <a:pt x="33813" y="1"/>
                    </a:cubicBezTo>
                    <a:close/>
                  </a:path>
                </a:pathLst>
              </a:custGeom>
              <a:solidFill>
                <a:srgbClr val="3396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1" name="Google Shape;1061;p43"/>
              <p:cNvSpPr/>
              <p:nvPr/>
            </p:nvSpPr>
            <p:spPr>
              <a:xfrm>
                <a:off x="10584275" y="1663300"/>
                <a:ext cx="940700" cy="1565925"/>
              </a:xfrm>
              <a:custGeom>
                <a:avLst/>
                <a:gdLst/>
                <a:ahLst/>
                <a:cxnLst/>
                <a:rect l="l" t="t" r="r" b="b"/>
                <a:pathLst>
                  <a:path w="37628" h="62637" extrusionOk="0">
                    <a:moveTo>
                      <a:pt x="33813" y="1"/>
                    </a:moveTo>
                    <a:cubicBezTo>
                      <a:pt x="27353" y="1"/>
                      <a:pt x="13629" y="1277"/>
                      <a:pt x="1" y="10657"/>
                    </a:cubicBezTo>
                    <a:cubicBezTo>
                      <a:pt x="1" y="10657"/>
                      <a:pt x="867" y="58226"/>
                      <a:pt x="35792" y="62636"/>
                    </a:cubicBezTo>
                    <a:lnTo>
                      <a:pt x="37628" y="179"/>
                    </a:lnTo>
                    <a:cubicBezTo>
                      <a:pt x="37628" y="179"/>
                      <a:pt x="36228" y="1"/>
                      <a:pt x="33813" y="1"/>
                    </a:cubicBezTo>
                    <a:close/>
                  </a:path>
                </a:pathLst>
              </a:custGeom>
              <a:solidFill>
                <a:srgbClr val="0B2140">
                  <a:alpha val="18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2" name="Google Shape;1062;p43"/>
              <p:cNvSpPr/>
              <p:nvPr/>
            </p:nvSpPr>
            <p:spPr>
              <a:xfrm>
                <a:off x="10691975" y="1667175"/>
                <a:ext cx="1574200" cy="1562050"/>
              </a:xfrm>
              <a:custGeom>
                <a:avLst/>
                <a:gdLst/>
                <a:ahLst/>
                <a:cxnLst/>
                <a:rect l="l" t="t" r="r" b="b"/>
                <a:pathLst>
                  <a:path w="62968" h="62482" extrusionOk="0">
                    <a:moveTo>
                      <a:pt x="30872" y="1"/>
                    </a:moveTo>
                    <a:cubicBezTo>
                      <a:pt x="27885" y="1"/>
                      <a:pt x="14440" y="586"/>
                      <a:pt x="1084" y="10502"/>
                    </a:cubicBezTo>
                    <a:cubicBezTo>
                      <a:pt x="1084" y="10502"/>
                      <a:pt x="1" y="53801"/>
                      <a:pt x="31484" y="62481"/>
                    </a:cubicBezTo>
                    <a:cubicBezTo>
                      <a:pt x="62968" y="53801"/>
                      <a:pt x="61884" y="10502"/>
                      <a:pt x="61884" y="10502"/>
                    </a:cubicBezTo>
                    <a:cubicBezTo>
                      <a:pt x="48529" y="586"/>
                      <a:pt x="35084" y="1"/>
                      <a:pt x="32096" y="1"/>
                    </a:cubicBezTo>
                    <a:cubicBezTo>
                      <a:pt x="31697" y="1"/>
                      <a:pt x="31484" y="11"/>
                      <a:pt x="31484" y="11"/>
                    </a:cubicBezTo>
                    <a:cubicBezTo>
                      <a:pt x="31484" y="11"/>
                      <a:pt x="31272" y="1"/>
                      <a:pt x="308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3" name="Google Shape;1063;p43"/>
              <p:cNvSpPr/>
              <p:nvPr/>
            </p:nvSpPr>
            <p:spPr>
              <a:xfrm>
                <a:off x="11253775" y="1877450"/>
                <a:ext cx="421925" cy="297650"/>
              </a:xfrm>
              <a:custGeom>
                <a:avLst/>
                <a:gdLst/>
                <a:ahLst/>
                <a:cxnLst/>
                <a:rect l="l" t="t" r="r" b="b"/>
                <a:pathLst>
                  <a:path w="16877" h="11906" extrusionOk="0">
                    <a:moveTo>
                      <a:pt x="3353" y="0"/>
                    </a:moveTo>
                    <a:cubicBezTo>
                      <a:pt x="1505" y="0"/>
                      <a:pt x="1" y="1492"/>
                      <a:pt x="1" y="3340"/>
                    </a:cubicBezTo>
                    <a:lnTo>
                      <a:pt x="1" y="11905"/>
                    </a:lnTo>
                    <a:lnTo>
                      <a:pt x="3621" y="11905"/>
                    </a:lnTo>
                    <a:lnTo>
                      <a:pt x="3621" y="5277"/>
                    </a:lnTo>
                    <a:cubicBezTo>
                      <a:pt x="3621" y="3722"/>
                      <a:pt x="4883" y="2473"/>
                      <a:pt x="6438" y="2473"/>
                    </a:cubicBezTo>
                    <a:lnTo>
                      <a:pt x="11460" y="2473"/>
                    </a:lnTo>
                    <a:cubicBezTo>
                      <a:pt x="13129" y="2473"/>
                      <a:pt x="14481" y="3824"/>
                      <a:pt x="14481" y="5494"/>
                    </a:cubicBezTo>
                    <a:lnTo>
                      <a:pt x="14481" y="11905"/>
                    </a:lnTo>
                    <a:lnTo>
                      <a:pt x="16877" y="11905"/>
                    </a:lnTo>
                    <a:lnTo>
                      <a:pt x="16877" y="2320"/>
                    </a:lnTo>
                    <a:cubicBezTo>
                      <a:pt x="16877" y="1033"/>
                      <a:pt x="15832" y="0"/>
                      <a:pt x="145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4" name="Google Shape;1064;p43"/>
              <p:cNvSpPr/>
              <p:nvPr/>
            </p:nvSpPr>
            <p:spPr>
              <a:xfrm>
                <a:off x="11337275" y="1877125"/>
                <a:ext cx="393575" cy="297975"/>
              </a:xfrm>
              <a:custGeom>
                <a:avLst/>
                <a:gdLst/>
                <a:ahLst/>
                <a:cxnLst/>
                <a:rect l="l" t="t" r="r" b="b"/>
                <a:pathLst>
                  <a:path w="15743" h="11919" extrusionOk="0">
                    <a:moveTo>
                      <a:pt x="3544" y="1"/>
                    </a:moveTo>
                    <a:cubicBezTo>
                      <a:pt x="1581" y="1"/>
                      <a:pt x="0" y="1581"/>
                      <a:pt x="0" y="3544"/>
                    </a:cubicBezTo>
                    <a:lnTo>
                      <a:pt x="0" y="11918"/>
                    </a:lnTo>
                    <a:lnTo>
                      <a:pt x="2473" y="11918"/>
                    </a:lnTo>
                    <a:lnTo>
                      <a:pt x="2473" y="4615"/>
                    </a:lnTo>
                    <a:cubicBezTo>
                      <a:pt x="2473" y="3429"/>
                      <a:pt x="3429" y="2473"/>
                      <a:pt x="4602" y="2473"/>
                    </a:cubicBezTo>
                    <a:lnTo>
                      <a:pt x="11243" y="2473"/>
                    </a:lnTo>
                    <a:cubicBezTo>
                      <a:pt x="12402" y="2473"/>
                      <a:pt x="13346" y="3417"/>
                      <a:pt x="13346" y="4589"/>
                    </a:cubicBezTo>
                    <a:lnTo>
                      <a:pt x="13346" y="11918"/>
                    </a:lnTo>
                    <a:lnTo>
                      <a:pt x="15742" y="11918"/>
                    </a:lnTo>
                    <a:lnTo>
                      <a:pt x="15742" y="3442"/>
                    </a:lnTo>
                    <a:cubicBezTo>
                      <a:pt x="15742" y="1543"/>
                      <a:pt x="14200" y="1"/>
                      <a:pt x="122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5" name="Google Shape;1065;p43"/>
              <p:cNvSpPr/>
              <p:nvPr/>
            </p:nvSpPr>
            <p:spPr>
              <a:xfrm>
                <a:off x="11140650" y="2161700"/>
                <a:ext cx="567250" cy="436575"/>
              </a:xfrm>
              <a:custGeom>
                <a:avLst/>
                <a:gdLst/>
                <a:ahLst/>
                <a:cxnLst/>
                <a:rect l="l" t="t" r="r" b="b"/>
                <a:pathLst>
                  <a:path w="22690" h="17463" extrusionOk="0">
                    <a:moveTo>
                      <a:pt x="727" y="0"/>
                    </a:moveTo>
                    <a:cubicBezTo>
                      <a:pt x="319" y="0"/>
                      <a:pt x="1" y="331"/>
                      <a:pt x="1" y="727"/>
                    </a:cubicBezTo>
                    <a:lnTo>
                      <a:pt x="1" y="16736"/>
                    </a:lnTo>
                    <a:cubicBezTo>
                      <a:pt x="1" y="17131"/>
                      <a:pt x="319" y="17463"/>
                      <a:pt x="727" y="17463"/>
                    </a:cubicBezTo>
                    <a:lnTo>
                      <a:pt x="21963" y="17463"/>
                    </a:lnTo>
                    <a:cubicBezTo>
                      <a:pt x="22371" y="17463"/>
                      <a:pt x="22689" y="17131"/>
                      <a:pt x="22689" y="16736"/>
                    </a:cubicBezTo>
                    <a:lnTo>
                      <a:pt x="22689" y="727"/>
                    </a:lnTo>
                    <a:cubicBezTo>
                      <a:pt x="22689" y="331"/>
                      <a:pt x="22371" y="0"/>
                      <a:pt x="219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6" name="Google Shape;1066;p43"/>
              <p:cNvSpPr/>
              <p:nvPr/>
            </p:nvSpPr>
            <p:spPr>
              <a:xfrm>
                <a:off x="11234350" y="2161700"/>
                <a:ext cx="567225" cy="436575"/>
              </a:xfrm>
              <a:custGeom>
                <a:avLst/>
                <a:gdLst/>
                <a:ahLst/>
                <a:cxnLst/>
                <a:rect l="l" t="t" r="r" b="b"/>
                <a:pathLst>
                  <a:path w="22689" h="17463" extrusionOk="0">
                    <a:moveTo>
                      <a:pt x="727" y="0"/>
                    </a:moveTo>
                    <a:cubicBezTo>
                      <a:pt x="319" y="0"/>
                      <a:pt x="0" y="331"/>
                      <a:pt x="0" y="727"/>
                    </a:cubicBezTo>
                    <a:lnTo>
                      <a:pt x="0" y="16736"/>
                    </a:lnTo>
                    <a:cubicBezTo>
                      <a:pt x="0" y="17131"/>
                      <a:pt x="319" y="17463"/>
                      <a:pt x="727" y="17463"/>
                    </a:cubicBezTo>
                    <a:lnTo>
                      <a:pt x="21962" y="17463"/>
                    </a:lnTo>
                    <a:cubicBezTo>
                      <a:pt x="22370" y="17463"/>
                      <a:pt x="22689" y="17131"/>
                      <a:pt x="22689" y="16736"/>
                    </a:cubicBezTo>
                    <a:lnTo>
                      <a:pt x="22689" y="727"/>
                    </a:lnTo>
                    <a:cubicBezTo>
                      <a:pt x="22689" y="331"/>
                      <a:pt x="22370" y="0"/>
                      <a:pt x="219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7" name="Google Shape;1067;p43"/>
              <p:cNvSpPr/>
              <p:nvPr/>
            </p:nvSpPr>
            <p:spPr>
              <a:xfrm>
                <a:off x="11450700" y="2269075"/>
                <a:ext cx="152300" cy="206525"/>
              </a:xfrm>
              <a:custGeom>
                <a:avLst/>
                <a:gdLst/>
                <a:ahLst/>
                <a:cxnLst/>
                <a:rect l="l" t="t" r="r" b="b"/>
                <a:pathLst>
                  <a:path w="6092" h="8261" extrusionOk="0">
                    <a:moveTo>
                      <a:pt x="3325" y="1"/>
                    </a:moveTo>
                    <a:cubicBezTo>
                      <a:pt x="2955" y="1"/>
                      <a:pt x="2576" y="77"/>
                      <a:pt x="2206" y="243"/>
                    </a:cubicBezTo>
                    <a:cubicBezTo>
                      <a:pt x="383" y="1046"/>
                      <a:pt x="1" y="3480"/>
                      <a:pt x="1492" y="4806"/>
                    </a:cubicBezTo>
                    <a:lnTo>
                      <a:pt x="1492" y="8260"/>
                    </a:lnTo>
                    <a:lnTo>
                      <a:pt x="5049" y="8260"/>
                    </a:lnTo>
                    <a:lnTo>
                      <a:pt x="5049" y="4908"/>
                    </a:lnTo>
                    <a:cubicBezTo>
                      <a:pt x="5699" y="4385"/>
                      <a:pt x="6081" y="3595"/>
                      <a:pt x="6081" y="2766"/>
                    </a:cubicBezTo>
                    <a:cubicBezTo>
                      <a:pt x="6091" y="1181"/>
                      <a:pt x="4781" y="1"/>
                      <a:pt x="3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8" name="Google Shape;1068;p43"/>
              <p:cNvSpPr/>
              <p:nvPr/>
            </p:nvSpPr>
            <p:spPr>
              <a:xfrm>
                <a:off x="11502975" y="2269400"/>
                <a:ext cx="124825" cy="206200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8248" extrusionOk="0">
                    <a:moveTo>
                      <a:pt x="1252" y="0"/>
                    </a:moveTo>
                    <a:cubicBezTo>
                      <a:pt x="1247" y="0"/>
                      <a:pt x="1242" y="0"/>
                      <a:pt x="1237" y="0"/>
                    </a:cubicBezTo>
                    <a:cubicBezTo>
                      <a:pt x="803" y="13"/>
                      <a:pt x="383" y="115"/>
                      <a:pt x="0" y="306"/>
                    </a:cubicBezTo>
                    <a:cubicBezTo>
                      <a:pt x="1785" y="1198"/>
                      <a:pt x="2053" y="3646"/>
                      <a:pt x="485" y="4895"/>
                    </a:cubicBezTo>
                    <a:lnTo>
                      <a:pt x="485" y="8247"/>
                    </a:lnTo>
                    <a:lnTo>
                      <a:pt x="2958" y="8247"/>
                    </a:lnTo>
                    <a:lnTo>
                      <a:pt x="2958" y="4895"/>
                    </a:lnTo>
                    <a:cubicBezTo>
                      <a:pt x="4993" y="3266"/>
                      <a:pt x="3842" y="0"/>
                      <a:pt x="12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9" name="Google Shape;1069;p43"/>
              <p:cNvSpPr/>
              <p:nvPr/>
            </p:nvSpPr>
            <p:spPr>
              <a:xfrm>
                <a:off x="12578775" y="3519500"/>
                <a:ext cx="759375" cy="410125"/>
              </a:xfrm>
              <a:custGeom>
                <a:avLst/>
                <a:gdLst/>
                <a:ahLst/>
                <a:cxnLst/>
                <a:rect l="l" t="t" r="r" b="b"/>
                <a:pathLst>
                  <a:path w="30375" h="16405" extrusionOk="0">
                    <a:moveTo>
                      <a:pt x="28093" y="0"/>
                    </a:moveTo>
                    <a:lnTo>
                      <a:pt x="2575" y="1555"/>
                    </a:lnTo>
                    <a:lnTo>
                      <a:pt x="3773" y="12058"/>
                    </a:lnTo>
                    <a:cubicBezTo>
                      <a:pt x="4041" y="14314"/>
                      <a:pt x="2269" y="16303"/>
                      <a:pt x="0" y="16303"/>
                    </a:cubicBezTo>
                    <a:lnTo>
                      <a:pt x="30375" y="16405"/>
                    </a:lnTo>
                    <a:lnTo>
                      <a:pt x="280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0" name="Google Shape;1070;p43"/>
              <p:cNvSpPr/>
              <p:nvPr/>
            </p:nvSpPr>
            <p:spPr>
              <a:xfrm>
                <a:off x="11919775" y="1584450"/>
                <a:ext cx="1779425" cy="2111800"/>
              </a:xfrm>
              <a:custGeom>
                <a:avLst/>
                <a:gdLst/>
                <a:ahLst/>
                <a:cxnLst/>
                <a:rect l="l" t="t" r="r" b="b"/>
                <a:pathLst>
                  <a:path w="71177" h="84472" extrusionOk="0">
                    <a:moveTo>
                      <a:pt x="14934" y="1"/>
                    </a:moveTo>
                    <a:cubicBezTo>
                      <a:pt x="13251" y="1"/>
                      <a:pt x="11557" y="117"/>
                      <a:pt x="10261" y="465"/>
                    </a:cubicBezTo>
                    <a:cubicBezTo>
                      <a:pt x="7011" y="1345"/>
                      <a:pt x="1696" y="5424"/>
                      <a:pt x="1" y="6775"/>
                    </a:cubicBezTo>
                    <a:cubicBezTo>
                      <a:pt x="4551" y="8534"/>
                      <a:pt x="8847" y="10892"/>
                      <a:pt x="12760" y="13811"/>
                    </a:cubicBezTo>
                    <a:cubicBezTo>
                      <a:pt x="12760" y="13811"/>
                      <a:pt x="12849" y="17227"/>
                      <a:pt x="12275" y="22338"/>
                    </a:cubicBezTo>
                    <a:lnTo>
                      <a:pt x="19630" y="22338"/>
                    </a:lnTo>
                    <a:cubicBezTo>
                      <a:pt x="21249" y="22338"/>
                      <a:pt x="22600" y="23549"/>
                      <a:pt x="22791" y="25155"/>
                    </a:cubicBezTo>
                    <a:lnTo>
                      <a:pt x="27724" y="68314"/>
                    </a:lnTo>
                    <a:lnTo>
                      <a:pt x="26233" y="73591"/>
                    </a:lnTo>
                    <a:lnTo>
                      <a:pt x="28387" y="74101"/>
                    </a:lnTo>
                    <a:lnTo>
                      <a:pt x="29470" y="83635"/>
                    </a:lnTo>
                    <a:cubicBezTo>
                      <a:pt x="30790" y="83917"/>
                      <a:pt x="33874" y="84471"/>
                      <a:pt x="37784" y="84471"/>
                    </a:cubicBezTo>
                    <a:cubicBezTo>
                      <a:pt x="42708" y="84471"/>
                      <a:pt x="48942" y="83592"/>
                      <a:pt x="54606" y="80181"/>
                    </a:cubicBezTo>
                    <a:lnTo>
                      <a:pt x="63745" y="80321"/>
                    </a:lnTo>
                    <a:cubicBezTo>
                      <a:pt x="63745" y="80321"/>
                      <a:pt x="69073" y="78231"/>
                      <a:pt x="70118" y="71399"/>
                    </a:cubicBezTo>
                    <a:cubicBezTo>
                      <a:pt x="71176" y="64579"/>
                      <a:pt x="69889" y="49424"/>
                      <a:pt x="66741" y="36168"/>
                    </a:cubicBezTo>
                    <a:cubicBezTo>
                      <a:pt x="63592" y="22912"/>
                      <a:pt x="59182" y="18756"/>
                      <a:pt x="57041" y="16245"/>
                    </a:cubicBezTo>
                    <a:cubicBezTo>
                      <a:pt x="54912" y="13734"/>
                      <a:pt x="52248" y="11784"/>
                      <a:pt x="52248" y="11784"/>
                    </a:cubicBezTo>
                    <a:lnTo>
                      <a:pt x="21618" y="465"/>
                    </a:lnTo>
                    <a:cubicBezTo>
                      <a:pt x="21618" y="465"/>
                      <a:pt x="18299" y="1"/>
                      <a:pt x="1493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1" name="Google Shape;1071;p43"/>
              <p:cNvSpPr/>
              <p:nvPr/>
            </p:nvSpPr>
            <p:spPr>
              <a:xfrm>
                <a:off x="13238400" y="1890750"/>
                <a:ext cx="67250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2375" extrusionOk="0">
                    <a:moveTo>
                      <a:pt x="115" y="0"/>
                    </a:moveTo>
                    <a:cubicBezTo>
                      <a:pt x="86" y="0"/>
                      <a:pt x="57" y="10"/>
                      <a:pt x="38" y="29"/>
                    </a:cubicBezTo>
                    <a:cubicBezTo>
                      <a:pt x="0" y="67"/>
                      <a:pt x="0" y="144"/>
                      <a:pt x="38" y="182"/>
                    </a:cubicBezTo>
                    <a:lnTo>
                      <a:pt x="2473" y="2336"/>
                    </a:lnTo>
                    <a:cubicBezTo>
                      <a:pt x="2498" y="2362"/>
                      <a:pt x="2511" y="2362"/>
                      <a:pt x="2549" y="2362"/>
                    </a:cubicBezTo>
                    <a:lnTo>
                      <a:pt x="2549" y="2374"/>
                    </a:lnTo>
                    <a:cubicBezTo>
                      <a:pt x="2639" y="2374"/>
                      <a:pt x="2689" y="2260"/>
                      <a:pt x="2613" y="2196"/>
                    </a:cubicBezTo>
                    <a:lnTo>
                      <a:pt x="191" y="29"/>
                    </a:lnTo>
                    <a:cubicBezTo>
                      <a:pt x="172" y="10"/>
                      <a:pt x="143" y="0"/>
                      <a:pt x="115" y="0"/>
                    </a:cubicBezTo>
                    <a:close/>
                  </a:path>
                </a:pathLst>
              </a:custGeom>
              <a:solidFill>
                <a:srgbClr val="DD9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2" name="Google Shape;1072;p43"/>
              <p:cNvSpPr/>
              <p:nvPr/>
            </p:nvSpPr>
            <p:spPr>
              <a:xfrm>
                <a:off x="12600750" y="3431225"/>
                <a:ext cx="757150" cy="248250"/>
              </a:xfrm>
              <a:custGeom>
                <a:avLst/>
                <a:gdLst/>
                <a:ahLst/>
                <a:cxnLst/>
                <a:rect l="l" t="t" r="r" b="b"/>
                <a:pathLst>
                  <a:path w="30286" h="9930" extrusionOk="0">
                    <a:moveTo>
                      <a:pt x="1" y="0"/>
                    </a:moveTo>
                    <a:cubicBezTo>
                      <a:pt x="1" y="1"/>
                      <a:pt x="10682" y="7011"/>
                      <a:pt x="17692" y="9930"/>
                    </a:cubicBezTo>
                    <a:cubicBezTo>
                      <a:pt x="20879" y="9318"/>
                      <a:pt x="24206" y="8209"/>
                      <a:pt x="27367" y="6310"/>
                    </a:cubicBezTo>
                    <a:lnTo>
                      <a:pt x="30286" y="6361"/>
                    </a:lnTo>
                    <a:cubicBezTo>
                      <a:pt x="18903" y="5405"/>
                      <a:pt x="3773" y="969"/>
                      <a:pt x="1" y="0"/>
                    </a:cubicBezTo>
                    <a:close/>
                  </a:path>
                </a:pathLst>
              </a:custGeom>
              <a:solidFill>
                <a:srgbClr val="0B2140">
                  <a:alpha val="101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3" name="Google Shape;1073;p43"/>
              <p:cNvSpPr/>
              <p:nvPr/>
            </p:nvSpPr>
            <p:spPr>
              <a:xfrm>
                <a:off x="12426775" y="1477200"/>
                <a:ext cx="943875" cy="574575"/>
              </a:xfrm>
              <a:custGeom>
                <a:avLst/>
                <a:gdLst/>
                <a:ahLst/>
                <a:cxnLst/>
                <a:rect l="l" t="t" r="r" b="b"/>
                <a:pathLst>
                  <a:path w="37755" h="22983" extrusionOk="0">
                    <a:moveTo>
                      <a:pt x="4487" y="1"/>
                    </a:moveTo>
                    <a:cubicBezTo>
                      <a:pt x="4487" y="1"/>
                      <a:pt x="395" y="1824"/>
                      <a:pt x="0" y="6081"/>
                    </a:cubicBezTo>
                    <a:cubicBezTo>
                      <a:pt x="0" y="6081"/>
                      <a:pt x="4793" y="18266"/>
                      <a:pt x="9636" y="22983"/>
                    </a:cubicBezTo>
                    <a:cubicBezTo>
                      <a:pt x="9636" y="22983"/>
                      <a:pt x="25149" y="22575"/>
                      <a:pt x="32478" y="16546"/>
                    </a:cubicBezTo>
                    <a:lnTo>
                      <a:pt x="35282" y="19057"/>
                    </a:lnTo>
                    <a:cubicBezTo>
                      <a:pt x="35282" y="19057"/>
                      <a:pt x="37755" y="10708"/>
                      <a:pt x="33319" y="7967"/>
                    </a:cubicBezTo>
                    <a:cubicBezTo>
                      <a:pt x="28871" y="5227"/>
                      <a:pt x="6462" y="3825"/>
                      <a:pt x="44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4" name="Google Shape;1074;p43"/>
              <p:cNvSpPr/>
              <p:nvPr/>
            </p:nvSpPr>
            <p:spPr>
              <a:xfrm>
                <a:off x="11956750" y="2559050"/>
                <a:ext cx="505100" cy="446475"/>
              </a:xfrm>
              <a:custGeom>
                <a:avLst/>
                <a:gdLst/>
                <a:ahLst/>
                <a:cxnLst/>
                <a:rect l="l" t="t" r="r" b="b"/>
                <a:pathLst>
                  <a:path w="20204" h="17859" extrusionOk="0">
                    <a:moveTo>
                      <a:pt x="14681" y="11074"/>
                    </a:moveTo>
                    <a:cubicBezTo>
                      <a:pt x="15567" y="11074"/>
                      <a:pt x="16417" y="11764"/>
                      <a:pt x="16417" y="12798"/>
                    </a:cubicBezTo>
                    <a:cubicBezTo>
                      <a:pt x="16417" y="13754"/>
                      <a:pt x="15653" y="14519"/>
                      <a:pt x="14697" y="14532"/>
                    </a:cubicBezTo>
                    <a:cubicBezTo>
                      <a:pt x="13154" y="14532"/>
                      <a:pt x="12390" y="12671"/>
                      <a:pt x="13473" y="11587"/>
                    </a:cubicBezTo>
                    <a:cubicBezTo>
                      <a:pt x="13824" y="11232"/>
                      <a:pt x="14257" y="11074"/>
                      <a:pt x="14681" y="11074"/>
                    </a:cubicBezTo>
                    <a:close/>
                    <a:moveTo>
                      <a:pt x="2588" y="1"/>
                    </a:moveTo>
                    <a:cubicBezTo>
                      <a:pt x="1899" y="256"/>
                      <a:pt x="829" y="2091"/>
                      <a:pt x="217" y="3226"/>
                    </a:cubicBezTo>
                    <a:cubicBezTo>
                      <a:pt x="0" y="3646"/>
                      <a:pt x="242" y="4169"/>
                      <a:pt x="714" y="4258"/>
                    </a:cubicBezTo>
                    <a:cubicBezTo>
                      <a:pt x="1364" y="4373"/>
                      <a:pt x="1989" y="4602"/>
                      <a:pt x="2549" y="4934"/>
                    </a:cubicBezTo>
                    <a:cubicBezTo>
                      <a:pt x="3251" y="5380"/>
                      <a:pt x="3327" y="6285"/>
                      <a:pt x="3289" y="6960"/>
                    </a:cubicBezTo>
                    <a:cubicBezTo>
                      <a:pt x="3263" y="7394"/>
                      <a:pt x="3582" y="7776"/>
                      <a:pt x="4015" y="7801"/>
                    </a:cubicBezTo>
                    <a:cubicBezTo>
                      <a:pt x="4449" y="7814"/>
                      <a:pt x="4946" y="7903"/>
                      <a:pt x="5315" y="8146"/>
                    </a:cubicBezTo>
                    <a:cubicBezTo>
                      <a:pt x="5825" y="8477"/>
                      <a:pt x="6399" y="9701"/>
                      <a:pt x="6705" y="10440"/>
                    </a:cubicBezTo>
                    <a:cubicBezTo>
                      <a:pt x="6858" y="10822"/>
                      <a:pt x="7176" y="11128"/>
                      <a:pt x="7572" y="11256"/>
                    </a:cubicBezTo>
                    <a:lnTo>
                      <a:pt x="10032" y="12071"/>
                    </a:lnTo>
                    <a:cubicBezTo>
                      <a:pt x="9917" y="16507"/>
                      <a:pt x="12836" y="17858"/>
                      <a:pt x="12836" y="17858"/>
                    </a:cubicBezTo>
                    <a:lnTo>
                      <a:pt x="16978" y="16851"/>
                    </a:lnTo>
                    <a:cubicBezTo>
                      <a:pt x="16978" y="16851"/>
                      <a:pt x="20203" y="11676"/>
                      <a:pt x="18253" y="9089"/>
                    </a:cubicBezTo>
                    <a:cubicBezTo>
                      <a:pt x="17455" y="8035"/>
                      <a:pt x="16221" y="7754"/>
                      <a:pt x="15132" y="7754"/>
                    </a:cubicBezTo>
                    <a:cubicBezTo>
                      <a:pt x="13889" y="7754"/>
                      <a:pt x="12836" y="8120"/>
                      <a:pt x="12836" y="8120"/>
                    </a:cubicBezTo>
                    <a:cubicBezTo>
                      <a:pt x="12555" y="7827"/>
                      <a:pt x="2588" y="1"/>
                      <a:pt x="258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5" name="Google Shape;1075;p43"/>
              <p:cNvSpPr/>
              <p:nvPr/>
            </p:nvSpPr>
            <p:spPr>
              <a:xfrm>
                <a:off x="12575575" y="1779300"/>
                <a:ext cx="485975" cy="223400"/>
              </a:xfrm>
              <a:custGeom>
                <a:avLst/>
                <a:gdLst/>
                <a:ahLst/>
                <a:cxnLst/>
                <a:rect l="l" t="t" r="r" b="b"/>
                <a:pathLst>
                  <a:path w="19439" h="8936" extrusionOk="0">
                    <a:moveTo>
                      <a:pt x="1" y="0"/>
                    </a:moveTo>
                    <a:lnTo>
                      <a:pt x="3429" y="8936"/>
                    </a:lnTo>
                    <a:cubicBezTo>
                      <a:pt x="3429" y="8936"/>
                      <a:pt x="13818" y="8566"/>
                      <a:pt x="16635" y="4538"/>
                    </a:cubicBezTo>
                    <a:cubicBezTo>
                      <a:pt x="19439" y="51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9D5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6" name="Google Shape;1076;p43"/>
              <p:cNvSpPr/>
              <p:nvPr/>
            </p:nvSpPr>
            <p:spPr>
              <a:xfrm>
                <a:off x="12575575" y="1779300"/>
                <a:ext cx="485975" cy="201725"/>
              </a:xfrm>
              <a:custGeom>
                <a:avLst/>
                <a:gdLst/>
                <a:ahLst/>
                <a:cxnLst/>
                <a:rect l="l" t="t" r="r" b="b"/>
                <a:pathLst>
                  <a:path w="19439" h="8069" extrusionOk="0">
                    <a:moveTo>
                      <a:pt x="1" y="0"/>
                    </a:moveTo>
                    <a:lnTo>
                      <a:pt x="2116" y="5507"/>
                    </a:lnTo>
                    <a:cubicBezTo>
                      <a:pt x="4360" y="7342"/>
                      <a:pt x="7088" y="8069"/>
                      <a:pt x="9764" y="8069"/>
                    </a:cubicBezTo>
                    <a:cubicBezTo>
                      <a:pt x="12492" y="7444"/>
                      <a:pt x="15360" y="6374"/>
                      <a:pt x="16635" y="4525"/>
                    </a:cubicBezTo>
                    <a:cubicBezTo>
                      <a:pt x="19439" y="51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B2140">
                  <a:alpha val="101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7" name="Google Shape;1077;p43"/>
              <p:cNvSpPr/>
              <p:nvPr/>
            </p:nvSpPr>
            <p:spPr>
              <a:xfrm>
                <a:off x="12454800" y="1265300"/>
                <a:ext cx="850850" cy="674975"/>
              </a:xfrm>
              <a:custGeom>
                <a:avLst/>
                <a:gdLst/>
                <a:ahLst/>
                <a:cxnLst/>
                <a:rect l="l" t="t" r="r" b="b"/>
                <a:pathLst>
                  <a:path w="34034" h="26999" extrusionOk="0">
                    <a:moveTo>
                      <a:pt x="14289" y="1"/>
                    </a:moveTo>
                    <a:lnTo>
                      <a:pt x="4385" y="3480"/>
                    </a:lnTo>
                    <a:lnTo>
                      <a:pt x="3200" y="7240"/>
                    </a:lnTo>
                    <a:cubicBezTo>
                      <a:pt x="3200" y="7240"/>
                      <a:pt x="1" y="15933"/>
                      <a:pt x="6259" y="23122"/>
                    </a:cubicBezTo>
                    <a:cubicBezTo>
                      <a:pt x="8718" y="25941"/>
                      <a:pt x="12055" y="26998"/>
                      <a:pt x="15298" y="26998"/>
                    </a:cubicBezTo>
                    <a:cubicBezTo>
                      <a:pt x="20327" y="26998"/>
                      <a:pt x="25132" y="24457"/>
                      <a:pt x="26093" y="22001"/>
                    </a:cubicBezTo>
                    <a:cubicBezTo>
                      <a:pt x="26093" y="22001"/>
                      <a:pt x="26525" y="22148"/>
                      <a:pt x="26946" y="22148"/>
                    </a:cubicBezTo>
                    <a:cubicBezTo>
                      <a:pt x="27051" y="22148"/>
                      <a:pt x="27156" y="22138"/>
                      <a:pt x="27252" y="22115"/>
                    </a:cubicBezTo>
                    <a:cubicBezTo>
                      <a:pt x="27737" y="22001"/>
                      <a:pt x="31930" y="19197"/>
                      <a:pt x="32988" y="15730"/>
                    </a:cubicBezTo>
                    <a:cubicBezTo>
                      <a:pt x="34033" y="12263"/>
                      <a:pt x="32478" y="11689"/>
                      <a:pt x="32478" y="11689"/>
                    </a:cubicBezTo>
                    <a:lnTo>
                      <a:pt x="27890" y="8184"/>
                    </a:lnTo>
                    <a:lnTo>
                      <a:pt x="14289" y="1"/>
                    </a:lnTo>
                    <a:close/>
                  </a:path>
                </a:pathLst>
              </a:custGeom>
              <a:solidFill>
                <a:srgbClr val="F9D5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8" name="Google Shape;1078;p43"/>
              <p:cNvSpPr/>
              <p:nvPr/>
            </p:nvSpPr>
            <p:spPr>
              <a:xfrm>
                <a:off x="13162550" y="1615825"/>
                <a:ext cx="86700" cy="106450"/>
              </a:xfrm>
              <a:custGeom>
                <a:avLst/>
                <a:gdLst/>
                <a:ahLst/>
                <a:cxnLst/>
                <a:rect l="l" t="t" r="r" b="b"/>
                <a:pathLst>
                  <a:path w="3468" h="4258" extrusionOk="0">
                    <a:moveTo>
                      <a:pt x="2422" y="1"/>
                    </a:moveTo>
                    <a:cubicBezTo>
                      <a:pt x="1301" y="281"/>
                      <a:pt x="13" y="3302"/>
                      <a:pt x="13" y="3302"/>
                    </a:cubicBezTo>
                    <a:cubicBezTo>
                      <a:pt x="0" y="3480"/>
                      <a:pt x="26" y="3659"/>
                      <a:pt x="77" y="3824"/>
                    </a:cubicBezTo>
                    <a:cubicBezTo>
                      <a:pt x="157" y="4090"/>
                      <a:pt x="397" y="4258"/>
                      <a:pt x="647" y="4258"/>
                    </a:cubicBezTo>
                    <a:cubicBezTo>
                      <a:pt x="757" y="4258"/>
                      <a:pt x="868" y="4226"/>
                      <a:pt x="969" y="4156"/>
                    </a:cubicBezTo>
                    <a:cubicBezTo>
                      <a:pt x="1568" y="3761"/>
                      <a:pt x="2460" y="3047"/>
                      <a:pt x="2843" y="2065"/>
                    </a:cubicBezTo>
                    <a:cubicBezTo>
                      <a:pt x="3467" y="510"/>
                      <a:pt x="2422" y="1"/>
                      <a:pt x="2422" y="1"/>
                    </a:cubicBezTo>
                    <a:close/>
                  </a:path>
                </a:pathLst>
              </a:custGeom>
              <a:solidFill>
                <a:srgbClr val="964727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9" name="Google Shape;1079;p43"/>
              <p:cNvSpPr/>
              <p:nvPr/>
            </p:nvSpPr>
            <p:spPr>
              <a:xfrm>
                <a:off x="12558700" y="1434725"/>
                <a:ext cx="140225" cy="96575"/>
              </a:xfrm>
              <a:custGeom>
                <a:avLst/>
                <a:gdLst/>
                <a:ahLst/>
                <a:cxnLst/>
                <a:rect l="l" t="t" r="r" b="b"/>
                <a:pathLst>
                  <a:path w="5609" h="3863" extrusionOk="0">
                    <a:moveTo>
                      <a:pt x="2458" y="1"/>
                    </a:moveTo>
                    <a:cubicBezTo>
                      <a:pt x="1671" y="1"/>
                      <a:pt x="901" y="271"/>
                      <a:pt x="268" y="769"/>
                    </a:cubicBezTo>
                    <a:cubicBezTo>
                      <a:pt x="242" y="795"/>
                      <a:pt x="204" y="820"/>
                      <a:pt x="191" y="871"/>
                    </a:cubicBezTo>
                    <a:cubicBezTo>
                      <a:pt x="0" y="1356"/>
                      <a:pt x="26" y="1904"/>
                      <a:pt x="268" y="2363"/>
                    </a:cubicBezTo>
                    <a:cubicBezTo>
                      <a:pt x="317" y="2452"/>
                      <a:pt x="413" y="2503"/>
                      <a:pt x="514" y="2503"/>
                    </a:cubicBezTo>
                    <a:cubicBezTo>
                      <a:pt x="542" y="2503"/>
                      <a:pt x="571" y="2499"/>
                      <a:pt x="599" y="2490"/>
                    </a:cubicBezTo>
                    <a:cubicBezTo>
                      <a:pt x="805" y="2420"/>
                      <a:pt x="1155" y="2327"/>
                      <a:pt x="1580" y="2327"/>
                    </a:cubicBezTo>
                    <a:cubicBezTo>
                      <a:pt x="2310" y="2327"/>
                      <a:pt x="3260" y="2602"/>
                      <a:pt x="4066" y="3739"/>
                    </a:cubicBezTo>
                    <a:cubicBezTo>
                      <a:pt x="4117" y="3820"/>
                      <a:pt x="4206" y="3862"/>
                      <a:pt x="4297" y="3862"/>
                    </a:cubicBezTo>
                    <a:cubicBezTo>
                      <a:pt x="4364" y="3862"/>
                      <a:pt x="4433" y="3839"/>
                      <a:pt x="4487" y="3790"/>
                    </a:cubicBezTo>
                    <a:cubicBezTo>
                      <a:pt x="4793" y="3497"/>
                      <a:pt x="5315" y="2949"/>
                      <a:pt x="5570" y="2337"/>
                    </a:cubicBezTo>
                    <a:cubicBezTo>
                      <a:pt x="5608" y="2261"/>
                      <a:pt x="5596" y="2159"/>
                      <a:pt x="5545" y="2095"/>
                    </a:cubicBezTo>
                    <a:cubicBezTo>
                      <a:pt x="5303" y="1674"/>
                      <a:pt x="4385" y="285"/>
                      <a:pt x="2995" y="43"/>
                    </a:cubicBezTo>
                    <a:cubicBezTo>
                      <a:pt x="2816" y="15"/>
                      <a:pt x="2637" y="1"/>
                      <a:pt x="24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0" name="Google Shape;1080;p43"/>
              <p:cNvSpPr/>
              <p:nvPr/>
            </p:nvSpPr>
            <p:spPr>
              <a:xfrm>
                <a:off x="12823500" y="1480125"/>
                <a:ext cx="207475" cy="96625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3865" extrusionOk="0">
                    <a:moveTo>
                      <a:pt x="3990" y="1"/>
                    </a:moveTo>
                    <a:cubicBezTo>
                      <a:pt x="2683" y="1"/>
                      <a:pt x="1289" y="345"/>
                      <a:pt x="166" y="1273"/>
                    </a:cubicBezTo>
                    <a:cubicBezTo>
                      <a:pt x="89" y="1337"/>
                      <a:pt x="39" y="1426"/>
                      <a:pt x="39" y="1515"/>
                    </a:cubicBezTo>
                    <a:cubicBezTo>
                      <a:pt x="0" y="2012"/>
                      <a:pt x="128" y="2522"/>
                      <a:pt x="408" y="2930"/>
                    </a:cubicBezTo>
                    <a:cubicBezTo>
                      <a:pt x="476" y="3023"/>
                      <a:pt x="576" y="3077"/>
                      <a:pt x="681" y="3077"/>
                    </a:cubicBezTo>
                    <a:cubicBezTo>
                      <a:pt x="735" y="3077"/>
                      <a:pt x="790" y="3062"/>
                      <a:pt x="842" y="3032"/>
                    </a:cubicBezTo>
                    <a:cubicBezTo>
                      <a:pt x="1149" y="2873"/>
                      <a:pt x="1775" y="2637"/>
                      <a:pt x="2748" y="2637"/>
                    </a:cubicBezTo>
                    <a:cubicBezTo>
                      <a:pt x="3023" y="2637"/>
                      <a:pt x="3327" y="2656"/>
                      <a:pt x="3658" y="2701"/>
                    </a:cubicBezTo>
                    <a:cubicBezTo>
                      <a:pt x="5277" y="2917"/>
                      <a:pt x="6896" y="3568"/>
                      <a:pt x="7533" y="3835"/>
                    </a:cubicBezTo>
                    <a:cubicBezTo>
                      <a:pt x="7577" y="3855"/>
                      <a:pt x="7623" y="3865"/>
                      <a:pt x="7667" y="3865"/>
                    </a:cubicBezTo>
                    <a:cubicBezTo>
                      <a:pt x="7791" y="3865"/>
                      <a:pt x="7907" y="3791"/>
                      <a:pt x="7954" y="3670"/>
                    </a:cubicBezTo>
                    <a:cubicBezTo>
                      <a:pt x="8260" y="3019"/>
                      <a:pt x="8298" y="2280"/>
                      <a:pt x="8094" y="1592"/>
                    </a:cubicBezTo>
                    <a:cubicBezTo>
                      <a:pt x="7838" y="832"/>
                      <a:pt x="6020" y="1"/>
                      <a:pt x="3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1" name="Google Shape;1081;p43"/>
              <p:cNvSpPr/>
              <p:nvPr/>
            </p:nvSpPr>
            <p:spPr>
              <a:xfrm>
                <a:off x="12973900" y="1110775"/>
                <a:ext cx="363750" cy="309075"/>
              </a:xfrm>
              <a:custGeom>
                <a:avLst/>
                <a:gdLst/>
                <a:ahLst/>
                <a:cxnLst/>
                <a:rect l="l" t="t" r="r" b="b"/>
                <a:pathLst>
                  <a:path w="14550" h="12363" extrusionOk="0">
                    <a:moveTo>
                      <a:pt x="7664" y="0"/>
                    </a:moveTo>
                    <a:cubicBezTo>
                      <a:pt x="7412" y="0"/>
                      <a:pt x="7151" y="17"/>
                      <a:pt x="6884" y="51"/>
                    </a:cubicBezTo>
                    <a:cubicBezTo>
                      <a:pt x="753" y="841"/>
                      <a:pt x="1" y="4588"/>
                      <a:pt x="1" y="4588"/>
                    </a:cubicBezTo>
                    <a:cubicBezTo>
                      <a:pt x="1196" y="5566"/>
                      <a:pt x="3190" y="12363"/>
                      <a:pt x="6776" y="12363"/>
                    </a:cubicBezTo>
                    <a:cubicBezTo>
                      <a:pt x="7586" y="12363"/>
                      <a:pt x="8477" y="12016"/>
                      <a:pt x="9458" y="11178"/>
                    </a:cubicBezTo>
                    <a:cubicBezTo>
                      <a:pt x="14550" y="6840"/>
                      <a:pt x="12807" y="0"/>
                      <a:pt x="7664" y="0"/>
                    </a:cubicBezTo>
                    <a:close/>
                  </a:path>
                </a:pathLst>
              </a:custGeom>
              <a:solidFill>
                <a:srgbClr val="5A240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2" name="Google Shape;1082;p43"/>
              <p:cNvSpPr/>
              <p:nvPr/>
            </p:nvSpPr>
            <p:spPr>
              <a:xfrm>
                <a:off x="12973900" y="1110775"/>
                <a:ext cx="363750" cy="279475"/>
              </a:xfrm>
              <a:custGeom>
                <a:avLst/>
                <a:gdLst/>
                <a:ahLst/>
                <a:cxnLst/>
                <a:rect l="l" t="t" r="r" b="b"/>
                <a:pathLst>
                  <a:path w="14550" h="11179" extrusionOk="0">
                    <a:moveTo>
                      <a:pt x="7664" y="0"/>
                    </a:moveTo>
                    <a:cubicBezTo>
                      <a:pt x="7412" y="0"/>
                      <a:pt x="7151" y="17"/>
                      <a:pt x="6884" y="51"/>
                    </a:cubicBezTo>
                    <a:cubicBezTo>
                      <a:pt x="753" y="841"/>
                      <a:pt x="1" y="4588"/>
                      <a:pt x="1" y="4588"/>
                    </a:cubicBezTo>
                    <a:lnTo>
                      <a:pt x="9458" y="11178"/>
                    </a:lnTo>
                    <a:cubicBezTo>
                      <a:pt x="14550" y="6840"/>
                      <a:pt x="12807" y="0"/>
                      <a:pt x="7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3" name="Google Shape;1083;p43"/>
              <p:cNvSpPr/>
              <p:nvPr/>
            </p:nvSpPr>
            <p:spPr>
              <a:xfrm>
                <a:off x="13000350" y="1211100"/>
                <a:ext cx="201725" cy="151100"/>
              </a:xfrm>
              <a:custGeom>
                <a:avLst/>
                <a:gdLst/>
                <a:ahLst/>
                <a:cxnLst/>
                <a:rect l="l" t="t" r="r" b="b"/>
                <a:pathLst>
                  <a:path w="8069" h="6044" extrusionOk="0">
                    <a:moveTo>
                      <a:pt x="2476" y="1"/>
                    </a:moveTo>
                    <a:cubicBezTo>
                      <a:pt x="1042" y="1"/>
                      <a:pt x="0" y="537"/>
                      <a:pt x="0" y="537"/>
                    </a:cubicBezTo>
                    <a:lnTo>
                      <a:pt x="7483" y="6043"/>
                    </a:lnTo>
                    <a:cubicBezTo>
                      <a:pt x="7483" y="6043"/>
                      <a:pt x="8069" y="2385"/>
                      <a:pt x="5201" y="728"/>
                    </a:cubicBezTo>
                    <a:cubicBezTo>
                      <a:pt x="4245" y="176"/>
                      <a:pt x="3297" y="1"/>
                      <a:pt x="24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4" name="Google Shape;1084;p43"/>
              <p:cNvSpPr/>
              <p:nvPr/>
            </p:nvSpPr>
            <p:spPr>
              <a:xfrm>
                <a:off x="12520775" y="1190150"/>
                <a:ext cx="762875" cy="468400"/>
              </a:xfrm>
              <a:custGeom>
                <a:avLst/>
                <a:gdLst/>
                <a:ahLst/>
                <a:cxnLst/>
                <a:rect l="l" t="t" r="r" b="b"/>
                <a:pathLst>
                  <a:path w="30515" h="18736" extrusionOk="0">
                    <a:moveTo>
                      <a:pt x="13863" y="0"/>
                    </a:moveTo>
                    <a:cubicBezTo>
                      <a:pt x="11738" y="0"/>
                      <a:pt x="9679" y="369"/>
                      <a:pt x="7801" y="967"/>
                    </a:cubicBezTo>
                    <a:cubicBezTo>
                      <a:pt x="2626" y="2611"/>
                      <a:pt x="0" y="7672"/>
                      <a:pt x="561" y="10259"/>
                    </a:cubicBezTo>
                    <a:lnTo>
                      <a:pt x="1912" y="8003"/>
                    </a:lnTo>
                    <a:cubicBezTo>
                      <a:pt x="1912" y="8003"/>
                      <a:pt x="2409" y="8096"/>
                      <a:pt x="3272" y="8096"/>
                    </a:cubicBezTo>
                    <a:cubicBezTo>
                      <a:pt x="5077" y="8096"/>
                      <a:pt x="8484" y="7688"/>
                      <a:pt x="12288" y="5161"/>
                    </a:cubicBezTo>
                    <a:cubicBezTo>
                      <a:pt x="12288" y="5161"/>
                      <a:pt x="14837" y="12120"/>
                      <a:pt x="22549" y="14593"/>
                    </a:cubicBezTo>
                    <a:cubicBezTo>
                      <a:pt x="22549" y="14593"/>
                      <a:pt x="22638" y="17053"/>
                      <a:pt x="23594" y="18736"/>
                    </a:cubicBezTo>
                    <a:cubicBezTo>
                      <a:pt x="23594" y="18736"/>
                      <a:pt x="24690" y="15906"/>
                      <a:pt x="25391" y="15090"/>
                    </a:cubicBezTo>
                    <a:cubicBezTo>
                      <a:pt x="25836" y="14573"/>
                      <a:pt x="26866" y="14131"/>
                      <a:pt x="27947" y="14131"/>
                    </a:cubicBezTo>
                    <a:cubicBezTo>
                      <a:pt x="28599" y="14131"/>
                      <a:pt x="29269" y="14292"/>
                      <a:pt x="29839" y="14695"/>
                    </a:cubicBezTo>
                    <a:cubicBezTo>
                      <a:pt x="29839" y="14695"/>
                      <a:pt x="30515" y="8857"/>
                      <a:pt x="25009" y="4128"/>
                    </a:cubicBezTo>
                    <a:cubicBezTo>
                      <a:pt x="21497" y="1128"/>
                      <a:pt x="17578" y="0"/>
                      <a:pt x="138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5" name="Google Shape;1085;p43"/>
              <p:cNvSpPr/>
              <p:nvPr/>
            </p:nvSpPr>
            <p:spPr>
              <a:xfrm>
                <a:off x="12578550" y="1543825"/>
                <a:ext cx="93600" cy="56400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2256" extrusionOk="0">
                    <a:moveTo>
                      <a:pt x="537" y="0"/>
                    </a:moveTo>
                    <a:cubicBezTo>
                      <a:pt x="317" y="0"/>
                      <a:pt x="182" y="31"/>
                      <a:pt x="162" y="38"/>
                    </a:cubicBezTo>
                    <a:cubicBezTo>
                      <a:pt x="0" y="100"/>
                      <a:pt x="57" y="344"/>
                      <a:pt x="226" y="344"/>
                    </a:cubicBezTo>
                    <a:cubicBezTo>
                      <a:pt x="230" y="344"/>
                      <a:pt x="234" y="344"/>
                      <a:pt x="238" y="344"/>
                    </a:cubicBezTo>
                    <a:cubicBezTo>
                      <a:pt x="254" y="341"/>
                      <a:pt x="363" y="317"/>
                      <a:pt x="542" y="317"/>
                    </a:cubicBezTo>
                    <a:cubicBezTo>
                      <a:pt x="1084" y="317"/>
                      <a:pt x="2268" y="534"/>
                      <a:pt x="3438" y="2192"/>
                    </a:cubicBezTo>
                    <a:cubicBezTo>
                      <a:pt x="3476" y="2230"/>
                      <a:pt x="3514" y="2256"/>
                      <a:pt x="3565" y="2256"/>
                    </a:cubicBezTo>
                    <a:cubicBezTo>
                      <a:pt x="3604" y="2256"/>
                      <a:pt x="3629" y="2243"/>
                      <a:pt x="3667" y="2230"/>
                    </a:cubicBezTo>
                    <a:cubicBezTo>
                      <a:pt x="3731" y="2179"/>
                      <a:pt x="3744" y="2077"/>
                      <a:pt x="3706" y="2001"/>
                    </a:cubicBezTo>
                    <a:cubicBezTo>
                      <a:pt x="2453" y="249"/>
                      <a:pt x="1158" y="0"/>
                      <a:pt x="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6" name="Google Shape;1086;p43"/>
              <p:cNvSpPr/>
              <p:nvPr/>
            </p:nvSpPr>
            <p:spPr>
              <a:xfrm>
                <a:off x="12807050" y="1614300"/>
                <a:ext cx="17132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6853" h="1196" extrusionOk="0">
                    <a:moveTo>
                      <a:pt x="2526" y="0"/>
                    </a:moveTo>
                    <a:cubicBezTo>
                      <a:pt x="967" y="0"/>
                      <a:pt x="176" y="457"/>
                      <a:pt x="123" y="495"/>
                    </a:cubicBezTo>
                    <a:cubicBezTo>
                      <a:pt x="0" y="595"/>
                      <a:pt x="83" y="774"/>
                      <a:pt x="216" y="774"/>
                    </a:cubicBezTo>
                    <a:cubicBezTo>
                      <a:pt x="235" y="774"/>
                      <a:pt x="255" y="770"/>
                      <a:pt x="276" y="763"/>
                    </a:cubicBezTo>
                    <a:cubicBezTo>
                      <a:pt x="291" y="755"/>
                      <a:pt x="1039" y="327"/>
                      <a:pt x="2537" y="327"/>
                    </a:cubicBezTo>
                    <a:cubicBezTo>
                      <a:pt x="3552" y="327"/>
                      <a:pt x="4913" y="524"/>
                      <a:pt x="6624" y="1183"/>
                    </a:cubicBezTo>
                    <a:cubicBezTo>
                      <a:pt x="6636" y="1196"/>
                      <a:pt x="6662" y="1196"/>
                      <a:pt x="6675" y="1196"/>
                    </a:cubicBezTo>
                    <a:cubicBezTo>
                      <a:pt x="6738" y="1196"/>
                      <a:pt x="6802" y="1158"/>
                      <a:pt x="6827" y="1094"/>
                    </a:cubicBezTo>
                    <a:cubicBezTo>
                      <a:pt x="6853" y="1017"/>
                      <a:pt x="6815" y="928"/>
                      <a:pt x="6738" y="890"/>
                    </a:cubicBezTo>
                    <a:cubicBezTo>
                      <a:pt x="4978" y="208"/>
                      <a:pt x="3578" y="0"/>
                      <a:pt x="25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7" name="Google Shape;1087;p43"/>
              <p:cNvSpPr/>
              <p:nvPr/>
            </p:nvSpPr>
            <p:spPr>
              <a:xfrm>
                <a:off x="12838475" y="1618675"/>
                <a:ext cx="68850" cy="113475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539" extrusionOk="0">
                    <a:moveTo>
                      <a:pt x="1461" y="1"/>
                    </a:moveTo>
                    <a:cubicBezTo>
                      <a:pt x="1095" y="1"/>
                      <a:pt x="729" y="24"/>
                      <a:pt x="370" y="65"/>
                    </a:cubicBezTo>
                    <a:cubicBezTo>
                      <a:pt x="128" y="626"/>
                      <a:pt x="0" y="1238"/>
                      <a:pt x="13" y="1849"/>
                    </a:cubicBezTo>
                    <a:cubicBezTo>
                      <a:pt x="13" y="3341"/>
                      <a:pt x="625" y="4539"/>
                      <a:pt x="1377" y="4539"/>
                    </a:cubicBezTo>
                    <a:cubicBezTo>
                      <a:pt x="2129" y="4539"/>
                      <a:pt x="2741" y="3341"/>
                      <a:pt x="2741" y="1849"/>
                    </a:cubicBezTo>
                    <a:cubicBezTo>
                      <a:pt x="2754" y="1238"/>
                      <a:pt x="2626" y="626"/>
                      <a:pt x="2384" y="52"/>
                    </a:cubicBezTo>
                    <a:cubicBezTo>
                      <a:pt x="2080" y="17"/>
                      <a:pt x="1771" y="1"/>
                      <a:pt x="14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8" name="Google Shape;1088;p43"/>
              <p:cNvSpPr/>
              <p:nvPr/>
            </p:nvSpPr>
            <p:spPr>
              <a:xfrm>
                <a:off x="12611275" y="1554650"/>
                <a:ext cx="70750" cy="13607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5443" extrusionOk="0">
                    <a:moveTo>
                      <a:pt x="332" y="0"/>
                    </a:moveTo>
                    <a:cubicBezTo>
                      <a:pt x="102" y="689"/>
                      <a:pt x="0" y="1402"/>
                      <a:pt x="13" y="2116"/>
                    </a:cubicBezTo>
                    <a:cubicBezTo>
                      <a:pt x="13" y="3952"/>
                      <a:pt x="638" y="5443"/>
                      <a:pt x="1402" y="5443"/>
                    </a:cubicBezTo>
                    <a:cubicBezTo>
                      <a:pt x="2129" y="5443"/>
                      <a:pt x="2817" y="4041"/>
                      <a:pt x="2830" y="2129"/>
                    </a:cubicBezTo>
                    <a:cubicBezTo>
                      <a:pt x="2830" y="2091"/>
                      <a:pt x="2817" y="2040"/>
                      <a:pt x="2792" y="2001"/>
                    </a:cubicBezTo>
                    <a:cubicBezTo>
                      <a:pt x="1989" y="790"/>
                      <a:pt x="765" y="268"/>
                      <a:pt x="3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9" name="Google Shape;1089;p43"/>
              <p:cNvSpPr/>
              <p:nvPr/>
            </p:nvSpPr>
            <p:spPr>
              <a:xfrm>
                <a:off x="12699525" y="1625825"/>
                <a:ext cx="64400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6027" extrusionOk="0">
                    <a:moveTo>
                      <a:pt x="1695" y="0"/>
                    </a:moveTo>
                    <a:cubicBezTo>
                      <a:pt x="1631" y="0"/>
                      <a:pt x="1574" y="29"/>
                      <a:pt x="1569" y="98"/>
                    </a:cubicBezTo>
                    <a:lnTo>
                      <a:pt x="1" y="5757"/>
                    </a:lnTo>
                    <a:lnTo>
                      <a:pt x="116" y="5808"/>
                    </a:lnTo>
                    <a:cubicBezTo>
                      <a:pt x="432" y="5960"/>
                      <a:pt x="780" y="6026"/>
                      <a:pt x="1130" y="6026"/>
                    </a:cubicBezTo>
                    <a:cubicBezTo>
                      <a:pt x="1162" y="6026"/>
                      <a:pt x="1193" y="6026"/>
                      <a:pt x="1225" y="6025"/>
                    </a:cubicBezTo>
                    <a:cubicBezTo>
                      <a:pt x="1645" y="6025"/>
                      <a:pt x="2053" y="5961"/>
                      <a:pt x="2448" y="5833"/>
                    </a:cubicBezTo>
                    <a:cubicBezTo>
                      <a:pt x="2537" y="5795"/>
                      <a:pt x="2576" y="5706"/>
                      <a:pt x="2550" y="5630"/>
                    </a:cubicBezTo>
                    <a:cubicBezTo>
                      <a:pt x="2530" y="5559"/>
                      <a:pt x="2469" y="5520"/>
                      <a:pt x="2407" y="5520"/>
                    </a:cubicBezTo>
                    <a:cubicBezTo>
                      <a:pt x="2391" y="5520"/>
                      <a:pt x="2375" y="5522"/>
                      <a:pt x="2359" y="5528"/>
                    </a:cubicBezTo>
                    <a:cubicBezTo>
                      <a:pt x="1924" y="5673"/>
                      <a:pt x="1543" y="5720"/>
                      <a:pt x="1229" y="5720"/>
                    </a:cubicBezTo>
                    <a:cubicBezTo>
                      <a:pt x="826" y="5720"/>
                      <a:pt x="534" y="5641"/>
                      <a:pt x="383" y="5591"/>
                    </a:cubicBezTo>
                    <a:lnTo>
                      <a:pt x="1875" y="187"/>
                    </a:lnTo>
                    <a:cubicBezTo>
                      <a:pt x="1922" y="77"/>
                      <a:pt x="1799" y="0"/>
                      <a:pt x="16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0" name="Google Shape;1090;p43"/>
              <p:cNvSpPr/>
              <p:nvPr/>
            </p:nvSpPr>
            <p:spPr>
              <a:xfrm>
                <a:off x="13155525" y="1607600"/>
                <a:ext cx="7907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3163" h="4243" extrusionOk="0">
                    <a:moveTo>
                      <a:pt x="2984" y="0"/>
                    </a:moveTo>
                    <a:cubicBezTo>
                      <a:pt x="2958" y="0"/>
                      <a:pt x="2931" y="8"/>
                      <a:pt x="2907" y="24"/>
                    </a:cubicBezTo>
                    <a:cubicBezTo>
                      <a:pt x="1429" y="903"/>
                      <a:pt x="383" y="2369"/>
                      <a:pt x="26" y="4051"/>
                    </a:cubicBezTo>
                    <a:cubicBezTo>
                      <a:pt x="1" y="4141"/>
                      <a:pt x="52" y="4217"/>
                      <a:pt x="141" y="4243"/>
                    </a:cubicBezTo>
                    <a:lnTo>
                      <a:pt x="179" y="4243"/>
                    </a:lnTo>
                    <a:cubicBezTo>
                      <a:pt x="243" y="4243"/>
                      <a:pt x="307" y="4192"/>
                      <a:pt x="332" y="4115"/>
                    </a:cubicBezTo>
                    <a:cubicBezTo>
                      <a:pt x="677" y="2522"/>
                      <a:pt x="1671" y="1145"/>
                      <a:pt x="3060" y="291"/>
                    </a:cubicBezTo>
                    <a:cubicBezTo>
                      <a:pt x="3137" y="253"/>
                      <a:pt x="3162" y="164"/>
                      <a:pt x="3124" y="87"/>
                    </a:cubicBezTo>
                    <a:cubicBezTo>
                      <a:pt x="3098" y="35"/>
                      <a:pt x="3041" y="0"/>
                      <a:pt x="29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1" name="Google Shape;1091;p43"/>
              <p:cNvSpPr/>
              <p:nvPr/>
            </p:nvSpPr>
            <p:spPr>
              <a:xfrm>
                <a:off x="13167000" y="1654375"/>
                <a:ext cx="55475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047" extrusionOk="0">
                    <a:moveTo>
                      <a:pt x="1917" y="0"/>
                    </a:moveTo>
                    <a:cubicBezTo>
                      <a:pt x="1625" y="0"/>
                      <a:pt x="960" y="94"/>
                      <a:pt x="77" y="766"/>
                    </a:cubicBezTo>
                    <a:cubicBezTo>
                      <a:pt x="14" y="817"/>
                      <a:pt x="1" y="906"/>
                      <a:pt x="52" y="982"/>
                    </a:cubicBezTo>
                    <a:cubicBezTo>
                      <a:pt x="77" y="1021"/>
                      <a:pt x="128" y="1046"/>
                      <a:pt x="179" y="1046"/>
                    </a:cubicBezTo>
                    <a:cubicBezTo>
                      <a:pt x="205" y="1046"/>
                      <a:pt x="243" y="1033"/>
                      <a:pt x="269" y="1008"/>
                    </a:cubicBezTo>
                    <a:cubicBezTo>
                      <a:pt x="1099" y="380"/>
                      <a:pt x="1705" y="315"/>
                      <a:pt x="1924" y="315"/>
                    </a:cubicBezTo>
                    <a:cubicBezTo>
                      <a:pt x="1981" y="315"/>
                      <a:pt x="2012" y="319"/>
                      <a:pt x="2015" y="319"/>
                    </a:cubicBezTo>
                    <a:cubicBezTo>
                      <a:pt x="2024" y="321"/>
                      <a:pt x="2033" y="321"/>
                      <a:pt x="2042" y="321"/>
                    </a:cubicBezTo>
                    <a:cubicBezTo>
                      <a:pt x="2119" y="321"/>
                      <a:pt x="2183" y="272"/>
                      <a:pt x="2206" y="192"/>
                    </a:cubicBezTo>
                    <a:cubicBezTo>
                      <a:pt x="2219" y="103"/>
                      <a:pt x="2155" y="26"/>
                      <a:pt x="2078" y="14"/>
                    </a:cubicBezTo>
                    <a:cubicBezTo>
                      <a:pt x="2069" y="10"/>
                      <a:pt x="2013" y="0"/>
                      <a:pt x="19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2" name="Google Shape;1092;p43"/>
              <p:cNvSpPr/>
              <p:nvPr/>
            </p:nvSpPr>
            <p:spPr>
              <a:xfrm>
                <a:off x="12728850" y="1812750"/>
                <a:ext cx="381150" cy="128775"/>
              </a:xfrm>
              <a:custGeom>
                <a:avLst/>
                <a:gdLst/>
                <a:ahLst/>
                <a:cxnLst/>
                <a:rect l="l" t="t" r="r" b="b"/>
                <a:pathLst>
                  <a:path w="15246" h="5151" extrusionOk="0">
                    <a:moveTo>
                      <a:pt x="15134" y="0"/>
                    </a:moveTo>
                    <a:cubicBezTo>
                      <a:pt x="15101" y="0"/>
                      <a:pt x="15066" y="14"/>
                      <a:pt x="15041" y="39"/>
                    </a:cubicBezTo>
                    <a:cubicBezTo>
                      <a:pt x="12157" y="4045"/>
                      <a:pt x="7937" y="4945"/>
                      <a:pt x="4726" y="4945"/>
                    </a:cubicBezTo>
                    <a:cubicBezTo>
                      <a:pt x="2134" y="4945"/>
                      <a:pt x="199" y="4359"/>
                      <a:pt x="154" y="4347"/>
                    </a:cubicBezTo>
                    <a:cubicBezTo>
                      <a:pt x="142" y="4342"/>
                      <a:pt x="131" y="4339"/>
                      <a:pt x="119" y="4339"/>
                    </a:cubicBezTo>
                    <a:cubicBezTo>
                      <a:pt x="77" y="4339"/>
                      <a:pt x="36" y="4371"/>
                      <a:pt x="26" y="4411"/>
                    </a:cubicBezTo>
                    <a:cubicBezTo>
                      <a:pt x="1" y="4462"/>
                      <a:pt x="39" y="4526"/>
                      <a:pt x="90" y="4538"/>
                    </a:cubicBezTo>
                    <a:cubicBezTo>
                      <a:pt x="1562" y="4947"/>
                      <a:pt x="3070" y="5151"/>
                      <a:pt x="4591" y="5151"/>
                    </a:cubicBezTo>
                    <a:cubicBezTo>
                      <a:pt x="4637" y="5151"/>
                      <a:pt x="4683" y="5151"/>
                      <a:pt x="4729" y="5150"/>
                    </a:cubicBezTo>
                    <a:cubicBezTo>
                      <a:pt x="7993" y="5150"/>
                      <a:pt x="12275" y="4233"/>
                      <a:pt x="15207" y="166"/>
                    </a:cubicBezTo>
                    <a:cubicBezTo>
                      <a:pt x="15245" y="115"/>
                      <a:pt x="15232" y="52"/>
                      <a:pt x="15181" y="13"/>
                    </a:cubicBezTo>
                    <a:cubicBezTo>
                      <a:pt x="15168" y="4"/>
                      <a:pt x="15151" y="0"/>
                      <a:pt x="151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3" name="Google Shape;1093;p43"/>
              <p:cNvSpPr/>
              <p:nvPr/>
            </p:nvSpPr>
            <p:spPr>
              <a:xfrm>
                <a:off x="13073775" y="1770650"/>
                <a:ext cx="6905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2007" extrusionOk="0">
                    <a:moveTo>
                      <a:pt x="132" y="0"/>
                    </a:moveTo>
                    <a:cubicBezTo>
                      <a:pt x="67" y="0"/>
                      <a:pt x="1" y="61"/>
                      <a:pt x="33" y="142"/>
                    </a:cubicBezTo>
                    <a:cubicBezTo>
                      <a:pt x="46" y="155"/>
                      <a:pt x="773" y="2003"/>
                      <a:pt x="2188" y="2003"/>
                    </a:cubicBezTo>
                    <a:cubicBezTo>
                      <a:pt x="2216" y="2006"/>
                      <a:pt x="2244" y="2007"/>
                      <a:pt x="2273" y="2007"/>
                    </a:cubicBezTo>
                    <a:cubicBezTo>
                      <a:pt x="2410" y="2007"/>
                      <a:pt x="2545" y="1982"/>
                      <a:pt x="2672" y="1940"/>
                    </a:cubicBezTo>
                    <a:cubicBezTo>
                      <a:pt x="2736" y="1927"/>
                      <a:pt x="2761" y="1863"/>
                      <a:pt x="2748" y="1812"/>
                    </a:cubicBezTo>
                    <a:cubicBezTo>
                      <a:pt x="2737" y="1768"/>
                      <a:pt x="2688" y="1733"/>
                      <a:pt x="2642" y="1733"/>
                    </a:cubicBezTo>
                    <a:cubicBezTo>
                      <a:pt x="2635" y="1733"/>
                      <a:pt x="2628" y="1734"/>
                      <a:pt x="2621" y="1736"/>
                    </a:cubicBezTo>
                    <a:cubicBezTo>
                      <a:pt x="2475" y="1777"/>
                      <a:pt x="2336" y="1795"/>
                      <a:pt x="2203" y="1795"/>
                    </a:cubicBezTo>
                    <a:cubicBezTo>
                      <a:pt x="927" y="1795"/>
                      <a:pt x="236" y="89"/>
                      <a:pt x="225" y="66"/>
                    </a:cubicBezTo>
                    <a:cubicBezTo>
                      <a:pt x="206" y="20"/>
                      <a:pt x="169" y="0"/>
                      <a:pt x="1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4" name="Google Shape;1094;p43"/>
              <p:cNvSpPr/>
              <p:nvPr/>
            </p:nvSpPr>
            <p:spPr>
              <a:xfrm>
                <a:off x="12745750" y="1798300"/>
                <a:ext cx="2055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8223" h="2811" extrusionOk="0">
                    <a:moveTo>
                      <a:pt x="8043" y="0"/>
                    </a:moveTo>
                    <a:cubicBezTo>
                      <a:pt x="8017" y="0"/>
                      <a:pt x="7991" y="9"/>
                      <a:pt x="7967" y="31"/>
                    </a:cubicBezTo>
                    <a:cubicBezTo>
                      <a:pt x="6331" y="1287"/>
                      <a:pt x="4241" y="2446"/>
                      <a:pt x="2141" y="2446"/>
                    </a:cubicBezTo>
                    <a:cubicBezTo>
                      <a:pt x="1492" y="2446"/>
                      <a:pt x="842" y="2336"/>
                      <a:pt x="204" y="2083"/>
                    </a:cubicBezTo>
                    <a:lnTo>
                      <a:pt x="191" y="2083"/>
                    </a:lnTo>
                    <a:cubicBezTo>
                      <a:pt x="174" y="2070"/>
                      <a:pt x="155" y="2064"/>
                      <a:pt x="135" y="2064"/>
                    </a:cubicBezTo>
                    <a:cubicBezTo>
                      <a:pt x="95" y="2064"/>
                      <a:pt x="55" y="2087"/>
                      <a:pt x="38" y="2121"/>
                    </a:cubicBezTo>
                    <a:cubicBezTo>
                      <a:pt x="0" y="2185"/>
                      <a:pt x="26" y="2249"/>
                      <a:pt x="89" y="2287"/>
                    </a:cubicBezTo>
                    <a:cubicBezTo>
                      <a:pt x="752" y="2631"/>
                      <a:pt x="1479" y="2809"/>
                      <a:pt x="2231" y="2809"/>
                    </a:cubicBezTo>
                    <a:cubicBezTo>
                      <a:pt x="2266" y="2810"/>
                      <a:pt x="2302" y="2810"/>
                      <a:pt x="2337" y="2810"/>
                    </a:cubicBezTo>
                    <a:cubicBezTo>
                      <a:pt x="4527" y="2810"/>
                      <a:pt x="6564" y="1652"/>
                      <a:pt x="8132" y="209"/>
                    </a:cubicBezTo>
                    <a:cubicBezTo>
                      <a:pt x="8223" y="129"/>
                      <a:pt x="8139" y="0"/>
                      <a:pt x="80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5" name="Google Shape;1095;p43"/>
              <p:cNvSpPr/>
              <p:nvPr/>
            </p:nvSpPr>
            <p:spPr>
              <a:xfrm>
                <a:off x="12514400" y="1596375"/>
                <a:ext cx="176875" cy="161275"/>
              </a:xfrm>
              <a:custGeom>
                <a:avLst/>
                <a:gdLst/>
                <a:ahLst/>
                <a:cxnLst/>
                <a:rect l="l" t="t" r="r" b="b"/>
                <a:pathLst>
                  <a:path w="7075" h="6451" extrusionOk="0">
                    <a:moveTo>
                      <a:pt x="0" y="1"/>
                    </a:moveTo>
                    <a:lnTo>
                      <a:pt x="0" y="3774"/>
                    </a:lnTo>
                    <a:lnTo>
                      <a:pt x="5609" y="6451"/>
                    </a:lnTo>
                    <a:cubicBezTo>
                      <a:pt x="6807" y="5431"/>
                      <a:pt x="7075" y="2805"/>
                      <a:pt x="7075" y="280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899F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6" name="Google Shape;1096;p43"/>
              <p:cNvSpPr/>
              <p:nvPr/>
            </p:nvSpPr>
            <p:spPr>
              <a:xfrm>
                <a:off x="12783975" y="1683375"/>
                <a:ext cx="220850" cy="95950"/>
              </a:xfrm>
              <a:custGeom>
                <a:avLst/>
                <a:gdLst/>
                <a:ahLst/>
                <a:cxnLst/>
                <a:rect l="l" t="t" r="r" b="b"/>
                <a:pathLst>
                  <a:path w="8834" h="3838" extrusionOk="0">
                    <a:moveTo>
                      <a:pt x="256" y="1"/>
                    </a:moveTo>
                    <a:cubicBezTo>
                      <a:pt x="1" y="1161"/>
                      <a:pt x="256" y="3837"/>
                      <a:pt x="256" y="3837"/>
                    </a:cubicBezTo>
                    <a:lnTo>
                      <a:pt x="8158" y="3837"/>
                    </a:lnTo>
                    <a:cubicBezTo>
                      <a:pt x="8757" y="2741"/>
                      <a:pt x="8834" y="1441"/>
                      <a:pt x="8350" y="294"/>
                    </a:cubicBezTo>
                    <a:lnTo>
                      <a:pt x="256" y="1"/>
                    </a:lnTo>
                    <a:close/>
                  </a:path>
                </a:pathLst>
              </a:custGeom>
              <a:solidFill>
                <a:srgbClr val="5899F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7" name="Google Shape;1097;p43"/>
              <p:cNvSpPr/>
              <p:nvPr/>
            </p:nvSpPr>
            <p:spPr>
              <a:xfrm>
                <a:off x="12511850" y="1593625"/>
                <a:ext cx="182300" cy="166250"/>
              </a:xfrm>
              <a:custGeom>
                <a:avLst/>
                <a:gdLst/>
                <a:ahLst/>
                <a:cxnLst/>
                <a:rect l="l" t="t" r="r" b="b"/>
                <a:pathLst>
                  <a:path w="7292" h="6650" extrusionOk="0">
                    <a:moveTo>
                      <a:pt x="204" y="264"/>
                    </a:moveTo>
                    <a:lnTo>
                      <a:pt x="7062" y="2979"/>
                    </a:lnTo>
                    <a:cubicBezTo>
                      <a:pt x="7011" y="3412"/>
                      <a:pt x="6692" y="5515"/>
                      <a:pt x="5698" y="6420"/>
                    </a:cubicBezTo>
                    <a:lnTo>
                      <a:pt x="204" y="3820"/>
                    </a:lnTo>
                    <a:lnTo>
                      <a:pt x="204" y="264"/>
                    </a:lnTo>
                    <a:close/>
                    <a:moveTo>
                      <a:pt x="104" y="1"/>
                    </a:moveTo>
                    <a:cubicBezTo>
                      <a:pt x="86" y="1"/>
                      <a:pt x="66" y="7"/>
                      <a:pt x="51" y="22"/>
                    </a:cubicBezTo>
                    <a:cubicBezTo>
                      <a:pt x="13" y="34"/>
                      <a:pt x="0" y="73"/>
                      <a:pt x="0" y="111"/>
                    </a:cubicBezTo>
                    <a:lnTo>
                      <a:pt x="0" y="3884"/>
                    </a:lnTo>
                    <a:cubicBezTo>
                      <a:pt x="0" y="3922"/>
                      <a:pt x="26" y="3960"/>
                      <a:pt x="64" y="3986"/>
                    </a:cubicBezTo>
                    <a:lnTo>
                      <a:pt x="5672" y="6637"/>
                    </a:lnTo>
                    <a:cubicBezTo>
                      <a:pt x="5685" y="6650"/>
                      <a:pt x="5698" y="6650"/>
                      <a:pt x="5711" y="6650"/>
                    </a:cubicBezTo>
                    <a:cubicBezTo>
                      <a:pt x="5736" y="6650"/>
                      <a:pt x="5762" y="6650"/>
                      <a:pt x="5787" y="6624"/>
                    </a:cubicBezTo>
                    <a:cubicBezTo>
                      <a:pt x="6998" y="5605"/>
                      <a:pt x="7266" y="3030"/>
                      <a:pt x="7278" y="2928"/>
                    </a:cubicBezTo>
                    <a:cubicBezTo>
                      <a:pt x="7291" y="2877"/>
                      <a:pt x="7253" y="2839"/>
                      <a:pt x="7215" y="2813"/>
                    </a:cubicBezTo>
                    <a:lnTo>
                      <a:pt x="141" y="9"/>
                    </a:lnTo>
                    <a:cubicBezTo>
                      <a:pt x="130" y="4"/>
                      <a:pt x="117" y="1"/>
                      <a:pt x="1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8" name="Google Shape;1098;p43"/>
              <p:cNvSpPr/>
              <p:nvPr/>
            </p:nvSpPr>
            <p:spPr>
              <a:xfrm>
                <a:off x="12781425" y="1680775"/>
                <a:ext cx="226275" cy="101100"/>
              </a:xfrm>
              <a:custGeom>
                <a:avLst/>
                <a:gdLst/>
                <a:ahLst/>
                <a:cxnLst/>
                <a:rect l="l" t="t" r="r" b="b"/>
                <a:pathLst>
                  <a:path w="9051" h="4044" extrusionOk="0">
                    <a:moveTo>
                      <a:pt x="447" y="207"/>
                    </a:moveTo>
                    <a:lnTo>
                      <a:pt x="8388" y="500"/>
                    </a:lnTo>
                    <a:cubicBezTo>
                      <a:pt x="8808" y="1583"/>
                      <a:pt x="8745" y="2807"/>
                      <a:pt x="8209" y="3839"/>
                    </a:cubicBezTo>
                    <a:lnTo>
                      <a:pt x="460" y="3839"/>
                    </a:lnTo>
                    <a:cubicBezTo>
                      <a:pt x="421" y="3368"/>
                      <a:pt x="243" y="1252"/>
                      <a:pt x="447" y="207"/>
                    </a:cubicBezTo>
                    <a:close/>
                    <a:moveTo>
                      <a:pt x="350" y="0"/>
                    </a:moveTo>
                    <a:cubicBezTo>
                      <a:pt x="307" y="0"/>
                      <a:pt x="267" y="35"/>
                      <a:pt x="256" y="79"/>
                    </a:cubicBezTo>
                    <a:cubicBezTo>
                      <a:pt x="1" y="1239"/>
                      <a:pt x="243" y="3839"/>
                      <a:pt x="256" y="3954"/>
                    </a:cubicBezTo>
                    <a:cubicBezTo>
                      <a:pt x="268" y="4005"/>
                      <a:pt x="307" y="4043"/>
                      <a:pt x="358" y="4043"/>
                    </a:cubicBezTo>
                    <a:lnTo>
                      <a:pt x="8260" y="4043"/>
                    </a:lnTo>
                    <a:cubicBezTo>
                      <a:pt x="8299" y="4043"/>
                      <a:pt x="8337" y="4018"/>
                      <a:pt x="8362" y="3992"/>
                    </a:cubicBezTo>
                    <a:cubicBezTo>
                      <a:pt x="8974" y="2871"/>
                      <a:pt x="9051" y="1532"/>
                      <a:pt x="8541" y="360"/>
                    </a:cubicBezTo>
                    <a:cubicBezTo>
                      <a:pt x="8528" y="321"/>
                      <a:pt x="8490" y="296"/>
                      <a:pt x="8452" y="296"/>
                    </a:cubicBezTo>
                    <a:lnTo>
                      <a:pt x="370" y="3"/>
                    </a:lnTo>
                    <a:cubicBezTo>
                      <a:pt x="364" y="1"/>
                      <a:pt x="357" y="0"/>
                      <a:pt x="3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9" name="Google Shape;1099;p43"/>
              <p:cNvSpPr/>
              <p:nvPr/>
            </p:nvSpPr>
            <p:spPr>
              <a:xfrm>
                <a:off x="12684250" y="1680600"/>
                <a:ext cx="106125" cy="40100"/>
              </a:xfrm>
              <a:custGeom>
                <a:avLst/>
                <a:gdLst/>
                <a:ahLst/>
                <a:cxnLst/>
                <a:rect l="l" t="t" r="r" b="b"/>
                <a:pathLst>
                  <a:path w="4245" h="1604" extrusionOk="0">
                    <a:moveTo>
                      <a:pt x="1220" y="0"/>
                    </a:moveTo>
                    <a:cubicBezTo>
                      <a:pt x="493" y="0"/>
                      <a:pt x="83" y="303"/>
                      <a:pt x="51" y="328"/>
                    </a:cubicBezTo>
                    <a:cubicBezTo>
                      <a:pt x="0" y="367"/>
                      <a:pt x="0" y="430"/>
                      <a:pt x="26" y="469"/>
                    </a:cubicBezTo>
                    <a:cubicBezTo>
                      <a:pt x="49" y="500"/>
                      <a:pt x="81" y="516"/>
                      <a:pt x="115" y="516"/>
                    </a:cubicBezTo>
                    <a:cubicBezTo>
                      <a:pt x="136" y="516"/>
                      <a:pt x="158" y="509"/>
                      <a:pt x="179" y="494"/>
                    </a:cubicBezTo>
                    <a:cubicBezTo>
                      <a:pt x="210" y="469"/>
                      <a:pt x="572" y="204"/>
                      <a:pt x="1220" y="204"/>
                    </a:cubicBezTo>
                    <a:cubicBezTo>
                      <a:pt x="1883" y="204"/>
                      <a:pt x="2848" y="482"/>
                      <a:pt x="4066" y="1578"/>
                    </a:cubicBezTo>
                    <a:cubicBezTo>
                      <a:pt x="4079" y="1590"/>
                      <a:pt x="4104" y="1603"/>
                      <a:pt x="4130" y="1603"/>
                    </a:cubicBezTo>
                    <a:cubicBezTo>
                      <a:pt x="4168" y="1603"/>
                      <a:pt x="4194" y="1590"/>
                      <a:pt x="4219" y="1565"/>
                    </a:cubicBezTo>
                    <a:cubicBezTo>
                      <a:pt x="4245" y="1514"/>
                      <a:pt x="4245" y="1450"/>
                      <a:pt x="4206" y="1412"/>
                    </a:cubicBezTo>
                    <a:cubicBezTo>
                      <a:pt x="2946" y="290"/>
                      <a:pt x="1931" y="0"/>
                      <a:pt x="12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0" name="Google Shape;1100;p43"/>
              <p:cNvSpPr/>
              <p:nvPr/>
            </p:nvSpPr>
            <p:spPr>
              <a:xfrm>
                <a:off x="12997475" y="1562700"/>
                <a:ext cx="154575" cy="162125"/>
              </a:xfrm>
              <a:custGeom>
                <a:avLst/>
                <a:gdLst/>
                <a:ahLst/>
                <a:cxnLst/>
                <a:rect l="l" t="t" r="r" b="b"/>
                <a:pathLst>
                  <a:path w="6183" h="6485" extrusionOk="0">
                    <a:moveTo>
                      <a:pt x="6068" y="0"/>
                    </a:moveTo>
                    <a:cubicBezTo>
                      <a:pt x="6047" y="0"/>
                      <a:pt x="6024" y="7"/>
                      <a:pt x="6004" y="22"/>
                    </a:cubicBezTo>
                    <a:cubicBezTo>
                      <a:pt x="2894" y="2011"/>
                      <a:pt x="52" y="6281"/>
                      <a:pt x="26" y="6319"/>
                    </a:cubicBezTo>
                    <a:cubicBezTo>
                      <a:pt x="1" y="6370"/>
                      <a:pt x="14" y="6434"/>
                      <a:pt x="52" y="6459"/>
                    </a:cubicBezTo>
                    <a:cubicBezTo>
                      <a:pt x="77" y="6472"/>
                      <a:pt x="90" y="6485"/>
                      <a:pt x="115" y="6485"/>
                    </a:cubicBezTo>
                    <a:cubicBezTo>
                      <a:pt x="141" y="6485"/>
                      <a:pt x="179" y="6459"/>
                      <a:pt x="205" y="6434"/>
                    </a:cubicBezTo>
                    <a:cubicBezTo>
                      <a:pt x="230" y="6396"/>
                      <a:pt x="3034" y="2176"/>
                      <a:pt x="6119" y="201"/>
                    </a:cubicBezTo>
                    <a:cubicBezTo>
                      <a:pt x="6170" y="163"/>
                      <a:pt x="6183" y="99"/>
                      <a:pt x="6157" y="48"/>
                    </a:cubicBezTo>
                    <a:cubicBezTo>
                      <a:pt x="6134" y="17"/>
                      <a:pt x="6102" y="0"/>
                      <a:pt x="60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1" name="Google Shape;1101;p43"/>
              <p:cNvSpPr/>
              <p:nvPr/>
            </p:nvSpPr>
            <p:spPr>
              <a:xfrm>
                <a:off x="13136100" y="1859575"/>
                <a:ext cx="148925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3800" extrusionOk="0">
                    <a:moveTo>
                      <a:pt x="5803" y="0"/>
                    </a:moveTo>
                    <a:cubicBezTo>
                      <a:pt x="5781" y="0"/>
                      <a:pt x="5758" y="8"/>
                      <a:pt x="5736" y="27"/>
                    </a:cubicBezTo>
                    <a:cubicBezTo>
                      <a:pt x="3977" y="1684"/>
                      <a:pt x="141" y="3583"/>
                      <a:pt x="102" y="3596"/>
                    </a:cubicBezTo>
                    <a:cubicBezTo>
                      <a:pt x="0" y="3647"/>
                      <a:pt x="39" y="3800"/>
                      <a:pt x="141" y="3800"/>
                    </a:cubicBezTo>
                    <a:lnTo>
                      <a:pt x="192" y="3800"/>
                    </a:lnTo>
                    <a:cubicBezTo>
                      <a:pt x="230" y="3774"/>
                      <a:pt x="4105" y="1862"/>
                      <a:pt x="5876" y="193"/>
                    </a:cubicBezTo>
                    <a:cubicBezTo>
                      <a:pt x="5957" y="112"/>
                      <a:pt x="5887" y="0"/>
                      <a:pt x="58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2" name="Google Shape;1102;p43"/>
              <p:cNvSpPr/>
              <p:nvPr/>
            </p:nvSpPr>
            <p:spPr>
              <a:xfrm>
                <a:off x="12593100" y="1830025"/>
                <a:ext cx="92125" cy="223975"/>
              </a:xfrm>
              <a:custGeom>
                <a:avLst/>
                <a:gdLst/>
                <a:ahLst/>
                <a:cxnLst/>
                <a:rect l="l" t="t" r="r" b="b"/>
                <a:pathLst>
                  <a:path w="3685" h="8959" extrusionOk="0">
                    <a:moveTo>
                      <a:pt x="120" y="1"/>
                    </a:moveTo>
                    <a:cubicBezTo>
                      <a:pt x="105" y="1"/>
                      <a:pt x="91" y="4"/>
                      <a:pt x="77" y="11"/>
                    </a:cubicBezTo>
                    <a:cubicBezTo>
                      <a:pt x="26" y="24"/>
                      <a:pt x="1" y="87"/>
                      <a:pt x="26" y="138"/>
                    </a:cubicBezTo>
                    <a:lnTo>
                      <a:pt x="3468" y="8882"/>
                    </a:lnTo>
                    <a:cubicBezTo>
                      <a:pt x="3480" y="8920"/>
                      <a:pt x="3519" y="8946"/>
                      <a:pt x="3557" y="8959"/>
                    </a:cubicBezTo>
                    <a:cubicBezTo>
                      <a:pt x="3570" y="8946"/>
                      <a:pt x="3582" y="8946"/>
                      <a:pt x="3595" y="8946"/>
                    </a:cubicBezTo>
                    <a:cubicBezTo>
                      <a:pt x="3659" y="8920"/>
                      <a:pt x="3684" y="8857"/>
                      <a:pt x="3659" y="8806"/>
                    </a:cubicBezTo>
                    <a:lnTo>
                      <a:pt x="217" y="62"/>
                    </a:lnTo>
                    <a:cubicBezTo>
                      <a:pt x="199" y="24"/>
                      <a:pt x="160" y="1"/>
                      <a:pt x="12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3" name="Google Shape;1103;p43"/>
              <p:cNvSpPr/>
              <p:nvPr/>
            </p:nvSpPr>
            <p:spPr>
              <a:xfrm>
                <a:off x="12423900" y="1504900"/>
                <a:ext cx="73400" cy="127200"/>
              </a:xfrm>
              <a:custGeom>
                <a:avLst/>
                <a:gdLst/>
                <a:ahLst/>
                <a:cxnLst/>
                <a:rect l="l" t="t" r="r" b="b"/>
                <a:pathLst>
                  <a:path w="2936" h="5088" extrusionOk="0">
                    <a:moveTo>
                      <a:pt x="2783" y="0"/>
                    </a:moveTo>
                    <a:cubicBezTo>
                      <a:pt x="2760" y="0"/>
                      <a:pt x="2737" y="8"/>
                      <a:pt x="2715" y="27"/>
                    </a:cubicBezTo>
                    <a:cubicBezTo>
                      <a:pt x="485" y="1965"/>
                      <a:pt x="13" y="4935"/>
                      <a:pt x="13" y="4960"/>
                    </a:cubicBezTo>
                    <a:cubicBezTo>
                      <a:pt x="0" y="5024"/>
                      <a:pt x="39" y="5075"/>
                      <a:pt x="102" y="5088"/>
                    </a:cubicBezTo>
                    <a:lnTo>
                      <a:pt x="115" y="5088"/>
                    </a:lnTo>
                    <a:cubicBezTo>
                      <a:pt x="166" y="5088"/>
                      <a:pt x="217" y="5049"/>
                      <a:pt x="217" y="4998"/>
                    </a:cubicBezTo>
                    <a:cubicBezTo>
                      <a:pt x="230" y="4960"/>
                      <a:pt x="689" y="2067"/>
                      <a:pt x="2856" y="180"/>
                    </a:cubicBezTo>
                    <a:cubicBezTo>
                      <a:pt x="2936" y="110"/>
                      <a:pt x="2866" y="0"/>
                      <a:pt x="27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4" name="Google Shape;1104;p43"/>
              <p:cNvSpPr/>
              <p:nvPr/>
            </p:nvSpPr>
            <p:spPr>
              <a:xfrm>
                <a:off x="12171525" y="1702500"/>
                <a:ext cx="21675" cy="1816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266" extrusionOk="0">
                    <a:moveTo>
                      <a:pt x="650" y="1"/>
                    </a:moveTo>
                    <a:cubicBezTo>
                      <a:pt x="536" y="1"/>
                      <a:pt x="446" y="90"/>
                      <a:pt x="446" y="204"/>
                    </a:cubicBezTo>
                    <a:cubicBezTo>
                      <a:pt x="446" y="243"/>
                      <a:pt x="408" y="3468"/>
                      <a:pt x="13" y="7036"/>
                    </a:cubicBezTo>
                    <a:cubicBezTo>
                      <a:pt x="0" y="7151"/>
                      <a:pt x="89" y="7253"/>
                      <a:pt x="204" y="7266"/>
                    </a:cubicBezTo>
                    <a:lnTo>
                      <a:pt x="230" y="7266"/>
                    </a:lnTo>
                    <a:cubicBezTo>
                      <a:pt x="332" y="7266"/>
                      <a:pt x="421" y="7189"/>
                      <a:pt x="434" y="7087"/>
                    </a:cubicBezTo>
                    <a:cubicBezTo>
                      <a:pt x="829" y="3493"/>
                      <a:pt x="867" y="243"/>
                      <a:pt x="867" y="217"/>
                    </a:cubicBezTo>
                    <a:cubicBezTo>
                      <a:pt x="867" y="90"/>
                      <a:pt x="765" y="1"/>
                      <a:pt x="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5" name="Google Shape;1105;p43"/>
              <p:cNvSpPr/>
              <p:nvPr/>
            </p:nvSpPr>
            <p:spPr>
              <a:xfrm>
                <a:off x="13084800" y="2160400"/>
                <a:ext cx="203725" cy="892600"/>
              </a:xfrm>
              <a:custGeom>
                <a:avLst/>
                <a:gdLst/>
                <a:ahLst/>
                <a:cxnLst/>
                <a:rect l="l" t="t" r="r" b="b"/>
                <a:pathLst>
                  <a:path w="8149" h="35704" extrusionOk="0">
                    <a:moveTo>
                      <a:pt x="7854" y="0"/>
                    </a:moveTo>
                    <a:cubicBezTo>
                      <a:pt x="7822" y="0"/>
                      <a:pt x="7787" y="8"/>
                      <a:pt x="7750" y="27"/>
                    </a:cubicBezTo>
                    <a:cubicBezTo>
                      <a:pt x="7521" y="141"/>
                      <a:pt x="2167" y="2971"/>
                      <a:pt x="0" y="14175"/>
                    </a:cubicBezTo>
                    <a:lnTo>
                      <a:pt x="0" y="14213"/>
                    </a:lnTo>
                    <a:lnTo>
                      <a:pt x="3455" y="35525"/>
                    </a:lnTo>
                    <a:cubicBezTo>
                      <a:pt x="3467" y="35627"/>
                      <a:pt x="3557" y="35704"/>
                      <a:pt x="3658" y="35704"/>
                    </a:cubicBezTo>
                    <a:lnTo>
                      <a:pt x="3684" y="35704"/>
                    </a:lnTo>
                    <a:cubicBezTo>
                      <a:pt x="3799" y="35678"/>
                      <a:pt x="3875" y="35576"/>
                      <a:pt x="3862" y="35461"/>
                    </a:cubicBezTo>
                    <a:lnTo>
                      <a:pt x="421" y="14213"/>
                    </a:lnTo>
                    <a:cubicBezTo>
                      <a:pt x="1530" y="8503"/>
                      <a:pt x="3518" y="5049"/>
                      <a:pt x="4984" y="3149"/>
                    </a:cubicBezTo>
                    <a:cubicBezTo>
                      <a:pt x="6577" y="1110"/>
                      <a:pt x="7928" y="396"/>
                      <a:pt x="7941" y="396"/>
                    </a:cubicBezTo>
                    <a:cubicBezTo>
                      <a:pt x="8149" y="287"/>
                      <a:pt x="8048" y="0"/>
                      <a:pt x="78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6" name="Google Shape;1106;p43"/>
              <p:cNvSpPr/>
              <p:nvPr/>
            </p:nvSpPr>
            <p:spPr>
              <a:xfrm>
                <a:off x="12227600" y="2850950"/>
                <a:ext cx="457625" cy="453475"/>
              </a:xfrm>
              <a:custGeom>
                <a:avLst/>
                <a:gdLst/>
                <a:ahLst/>
                <a:cxnLst/>
                <a:rect l="l" t="t" r="r" b="b"/>
                <a:pathLst>
                  <a:path w="18305" h="18139" extrusionOk="0">
                    <a:moveTo>
                      <a:pt x="9369" y="0"/>
                    </a:moveTo>
                    <a:cubicBezTo>
                      <a:pt x="9369" y="0"/>
                      <a:pt x="5609" y="867"/>
                      <a:pt x="2907" y="3442"/>
                    </a:cubicBezTo>
                    <a:cubicBezTo>
                      <a:pt x="205" y="6017"/>
                      <a:pt x="1" y="7980"/>
                      <a:pt x="281" y="8808"/>
                    </a:cubicBezTo>
                    <a:cubicBezTo>
                      <a:pt x="421" y="9236"/>
                      <a:pt x="1021" y="9338"/>
                      <a:pt x="1560" y="9338"/>
                    </a:cubicBezTo>
                    <a:cubicBezTo>
                      <a:pt x="2048" y="9338"/>
                      <a:pt x="2486" y="9254"/>
                      <a:pt x="2486" y="9254"/>
                    </a:cubicBezTo>
                    <a:lnTo>
                      <a:pt x="2486" y="9254"/>
                    </a:lnTo>
                    <a:cubicBezTo>
                      <a:pt x="2486" y="9254"/>
                      <a:pt x="1721" y="12263"/>
                      <a:pt x="3402" y="12263"/>
                    </a:cubicBezTo>
                    <a:cubicBezTo>
                      <a:pt x="3613" y="12263"/>
                      <a:pt x="3862" y="12216"/>
                      <a:pt x="4156" y="12109"/>
                    </a:cubicBezTo>
                    <a:cubicBezTo>
                      <a:pt x="4156" y="12109"/>
                      <a:pt x="4156" y="14779"/>
                      <a:pt x="5727" y="14779"/>
                    </a:cubicBezTo>
                    <a:cubicBezTo>
                      <a:pt x="5856" y="14779"/>
                      <a:pt x="5994" y="14761"/>
                      <a:pt x="6144" y="14722"/>
                    </a:cubicBezTo>
                    <a:lnTo>
                      <a:pt x="6144" y="14722"/>
                    </a:lnTo>
                    <a:cubicBezTo>
                      <a:pt x="6144" y="14722"/>
                      <a:pt x="5698" y="16469"/>
                      <a:pt x="7266" y="16749"/>
                    </a:cubicBezTo>
                    <a:cubicBezTo>
                      <a:pt x="7324" y="16759"/>
                      <a:pt x="7382" y="16764"/>
                      <a:pt x="7441" y="16764"/>
                    </a:cubicBezTo>
                    <a:cubicBezTo>
                      <a:pt x="9009" y="16764"/>
                      <a:pt x="11115" y="13320"/>
                      <a:pt x="11115" y="13320"/>
                    </a:cubicBezTo>
                    <a:cubicBezTo>
                      <a:pt x="11115" y="13320"/>
                      <a:pt x="11613" y="17667"/>
                      <a:pt x="15296" y="18138"/>
                    </a:cubicBezTo>
                    <a:lnTo>
                      <a:pt x="18304" y="6871"/>
                    </a:lnTo>
                    <a:cubicBezTo>
                      <a:pt x="18304" y="6871"/>
                      <a:pt x="13027" y="905"/>
                      <a:pt x="9369" y="0"/>
                    </a:cubicBezTo>
                    <a:close/>
                  </a:path>
                </a:pathLst>
              </a:custGeom>
              <a:solidFill>
                <a:srgbClr val="F9D5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7" name="Google Shape;1107;p43"/>
              <p:cNvSpPr/>
              <p:nvPr/>
            </p:nvSpPr>
            <p:spPr>
              <a:xfrm>
                <a:off x="12569200" y="2943675"/>
                <a:ext cx="951425" cy="658425"/>
              </a:xfrm>
              <a:custGeom>
                <a:avLst/>
                <a:gdLst/>
                <a:ahLst/>
                <a:cxnLst/>
                <a:rect l="l" t="t" r="r" b="b"/>
                <a:pathLst>
                  <a:path w="38057" h="26337" extrusionOk="0">
                    <a:moveTo>
                      <a:pt x="5252" y="1"/>
                    </a:moveTo>
                    <a:lnTo>
                      <a:pt x="5201" y="179"/>
                    </a:lnTo>
                    <a:cubicBezTo>
                      <a:pt x="5176" y="294"/>
                      <a:pt x="2104" y="12275"/>
                      <a:pt x="52" y="19158"/>
                    </a:cubicBezTo>
                    <a:lnTo>
                      <a:pt x="1" y="19362"/>
                    </a:lnTo>
                    <a:lnTo>
                      <a:pt x="192" y="19413"/>
                    </a:lnTo>
                    <a:cubicBezTo>
                      <a:pt x="460" y="19490"/>
                      <a:pt x="24053" y="26335"/>
                      <a:pt x="35155" y="26335"/>
                    </a:cubicBezTo>
                    <a:cubicBezTo>
                      <a:pt x="35242" y="26336"/>
                      <a:pt x="35329" y="26336"/>
                      <a:pt x="35417" y="26336"/>
                    </a:cubicBezTo>
                    <a:cubicBezTo>
                      <a:pt x="36211" y="26336"/>
                      <a:pt x="37014" y="26284"/>
                      <a:pt x="37806" y="26169"/>
                    </a:cubicBezTo>
                    <a:cubicBezTo>
                      <a:pt x="38057" y="26106"/>
                      <a:pt x="38000" y="25748"/>
                      <a:pt x="37755" y="25748"/>
                    </a:cubicBezTo>
                    <a:cubicBezTo>
                      <a:pt x="37751" y="25748"/>
                      <a:pt x="37747" y="25748"/>
                      <a:pt x="37743" y="25748"/>
                    </a:cubicBezTo>
                    <a:cubicBezTo>
                      <a:pt x="36986" y="25866"/>
                      <a:pt x="36105" y="25920"/>
                      <a:pt x="35125" y="25920"/>
                    </a:cubicBezTo>
                    <a:cubicBezTo>
                      <a:pt x="24656" y="25920"/>
                      <a:pt x="2854" y="19745"/>
                      <a:pt x="523" y="19069"/>
                    </a:cubicBezTo>
                    <a:cubicBezTo>
                      <a:pt x="2448" y="12607"/>
                      <a:pt x="5188" y="1925"/>
                      <a:pt x="5571" y="447"/>
                    </a:cubicBezTo>
                    <a:cubicBezTo>
                      <a:pt x="18279" y="1364"/>
                      <a:pt x="30528" y="6552"/>
                      <a:pt x="30656" y="6603"/>
                    </a:cubicBezTo>
                    <a:cubicBezTo>
                      <a:pt x="30692" y="6622"/>
                      <a:pt x="30727" y="6631"/>
                      <a:pt x="30760" y="6631"/>
                    </a:cubicBezTo>
                    <a:cubicBezTo>
                      <a:pt x="30963" y="6631"/>
                      <a:pt x="31062" y="6298"/>
                      <a:pt x="30809" y="6221"/>
                    </a:cubicBezTo>
                    <a:cubicBezTo>
                      <a:pt x="30681" y="6157"/>
                      <a:pt x="18266" y="906"/>
                      <a:pt x="5418" y="13"/>
                    </a:cubicBezTo>
                    <a:lnTo>
                      <a:pt x="52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8" name="Google Shape;1108;p43"/>
              <p:cNvSpPr/>
              <p:nvPr/>
            </p:nvSpPr>
            <p:spPr>
              <a:xfrm>
                <a:off x="13170200" y="3006775"/>
                <a:ext cx="191225" cy="46225"/>
              </a:xfrm>
              <a:custGeom>
                <a:avLst/>
                <a:gdLst/>
                <a:ahLst/>
                <a:cxnLst/>
                <a:rect l="l" t="t" r="r" b="b"/>
                <a:pathLst>
                  <a:path w="7649" h="1849" extrusionOk="0">
                    <a:moveTo>
                      <a:pt x="7431" y="0"/>
                    </a:moveTo>
                    <a:cubicBezTo>
                      <a:pt x="3161" y="153"/>
                      <a:pt x="191" y="1428"/>
                      <a:pt x="166" y="1441"/>
                    </a:cubicBezTo>
                    <a:cubicBezTo>
                      <a:pt x="51" y="1492"/>
                      <a:pt x="0" y="1619"/>
                      <a:pt x="51" y="1721"/>
                    </a:cubicBezTo>
                    <a:cubicBezTo>
                      <a:pt x="90" y="1798"/>
                      <a:pt x="153" y="1849"/>
                      <a:pt x="242" y="1849"/>
                    </a:cubicBezTo>
                    <a:cubicBezTo>
                      <a:pt x="268" y="1849"/>
                      <a:pt x="306" y="1836"/>
                      <a:pt x="332" y="1823"/>
                    </a:cubicBezTo>
                    <a:cubicBezTo>
                      <a:pt x="357" y="1810"/>
                      <a:pt x="3263" y="574"/>
                      <a:pt x="7444" y="421"/>
                    </a:cubicBezTo>
                    <a:cubicBezTo>
                      <a:pt x="7559" y="421"/>
                      <a:pt x="7648" y="319"/>
                      <a:pt x="7648" y="204"/>
                    </a:cubicBezTo>
                    <a:cubicBezTo>
                      <a:pt x="7648" y="90"/>
                      <a:pt x="7546" y="0"/>
                      <a:pt x="743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9" name="Google Shape;1109;p43"/>
              <p:cNvSpPr/>
              <p:nvPr/>
            </p:nvSpPr>
            <p:spPr>
              <a:xfrm>
                <a:off x="12286550" y="2902925"/>
                <a:ext cx="135925" cy="181950"/>
              </a:xfrm>
              <a:custGeom>
                <a:avLst/>
                <a:gdLst/>
                <a:ahLst/>
                <a:cxnLst/>
                <a:rect l="l" t="t" r="r" b="b"/>
                <a:pathLst>
                  <a:path w="5437" h="7278" extrusionOk="0">
                    <a:moveTo>
                      <a:pt x="5277" y="0"/>
                    </a:moveTo>
                    <a:cubicBezTo>
                      <a:pt x="5259" y="0"/>
                      <a:pt x="5241" y="7"/>
                      <a:pt x="5227" y="25"/>
                    </a:cubicBezTo>
                    <a:cubicBezTo>
                      <a:pt x="5188" y="50"/>
                      <a:pt x="1581" y="3084"/>
                      <a:pt x="26" y="7150"/>
                    </a:cubicBezTo>
                    <a:cubicBezTo>
                      <a:pt x="1" y="7201"/>
                      <a:pt x="26" y="7264"/>
                      <a:pt x="77" y="7277"/>
                    </a:cubicBezTo>
                    <a:lnTo>
                      <a:pt x="115" y="7277"/>
                    </a:lnTo>
                    <a:cubicBezTo>
                      <a:pt x="166" y="7277"/>
                      <a:pt x="205" y="7252"/>
                      <a:pt x="217" y="7213"/>
                    </a:cubicBezTo>
                    <a:cubicBezTo>
                      <a:pt x="1760" y="3211"/>
                      <a:pt x="5316" y="216"/>
                      <a:pt x="5354" y="177"/>
                    </a:cubicBezTo>
                    <a:cubicBezTo>
                      <a:pt x="5436" y="126"/>
                      <a:pt x="5353" y="0"/>
                      <a:pt x="52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0" name="Google Shape;1110;p43"/>
              <p:cNvSpPr/>
              <p:nvPr/>
            </p:nvSpPr>
            <p:spPr>
              <a:xfrm>
                <a:off x="12327975" y="2966250"/>
                <a:ext cx="144375" cy="19000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7600" extrusionOk="0">
                    <a:moveTo>
                      <a:pt x="5654" y="1"/>
                    </a:moveTo>
                    <a:cubicBezTo>
                      <a:pt x="5627" y="1"/>
                      <a:pt x="5601" y="10"/>
                      <a:pt x="5584" y="28"/>
                    </a:cubicBezTo>
                    <a:cubicBezTo>
                      <a:pt x="3162" y="2182"/>
                      <a:pt x="64" y="7395"/>
                      <a:pt x="39" y="7446"/>
                    </a:cubicBezTo>
                    <a:cubicBezTo>
                      <a:pt x="1" y="7510"/>
                      <a:pt x="52" y="7599"/>
                      <a:pt x="128" y="7599"/>
                    </a:cubicBezTo>
                    <a:cubicBezTo>
                      <a:pt x="166" y="7599"/>
                      <a:pt x="205" y="7587"/>
                      <a:pt x="217" y="7548"/>
                    </a:cubicBezTo>
                    <a:cubicBezTo>
                      <a:pt x="256" y="7497"/>
                      <a:pt x="3327" y="2322"/>
                      <a:pt x="5724" y="181"/>
                    </a:cubicBezTo>
                    <a:cubicBezTo>
                      <a:pt x="5762" y="143"/>
                      <a:pt x="5775" y="79"/>
                      <a:pt x="5737" y="41"/>
                    </a:cubicBezTo>
                    <a:cubicBezTo>
                      <a:pt x="5716" y="13"/>
                      <a:pt x="5685" y="1"/>
                      <a:pt x="56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1" name="Google Shape;1111;p43"/>
              <p:cNvSpPr/>
              <p:nvPr/>
            </p:nvSpPr>
            <p:spPr>
              <a:xfrm>
                <a:off x="12378000" y="3058775"/>
                <a:ext cx="140250" cy="162800"/>
              </a:xfrm>
              <a:custGeom>
                <a:avLst/>
                <a:gdLst/>
                <a:ahLst/>
                <a:cxnLst/>
                <a:rect l="l" t="t" r="r" b="b"/>
                <a:pathLst>
                  <a:path w="5610" h="6512" extrusionOk="0">
                    <a:moveTo>
                      <a:pt x="5486" y="1"/>
                    </a:moveTo>
                    <a:cubicBezTo>
                      <a:pt x="5472" y="1"/>
                      <a:pt x="5457" y="4"/>
                      <a:pt x="5444" y="11"/>
                    </a:cubicBezTo>
                    <a:cubicBezTo>
                      <a:pt x="2079" y="1528"/>
                      <a:pt x="52" y="6320"/>
                      <a:pt x="26" y="6371"/>
                    </a:cubicBezTo>
                    <a:cubicBezTo>
                      <a:pt x="1" y="6422"/>
                      <a:pt x="26" y="6486"/>
                      <a:pt x="77" y="6511"/>
                    </a:cubicBezTo>
                    <a:lnTo>
                      <a:pt x="128" y="6511"/>
                    </a:lnTo>
                    <a:cubicBezTo>
                      <a:pt x="167" y="6511"/>
                      <a:pt x="205" y="6486"/>
                      <a:pt x="218" y="6448"/>
                    </a:cubicBezTo>
                    <a:cubicBezTo>
                      <a:pt x="230" y="6409"/>
                      <a:pt x="2231" y="1680"/>
                      <a:pt x="5533" y="202"/>
                    </a:cubicBezTo>
                    <a:cubicBezTo>
                      <a:pt x="5584" y="176"/>
                      <a:pt x="5609" y="113"/>
                      <a:pt x="5584" y="62"/>
                    </a:cubicBezTo>
                    <a:cubicBezTo>
                      <a:pt x="5565" y="24"/>
                      <a:pt x="5526" y="1"/>
                      <a:pt x="54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2" name="Google Shape;1112;p43"/>
              <p:cNvSpPr/>
              <p:nvPr/>
            </p:nvSpPr>
            <p:spPr>
              <a:xfrm>
                <a:off x="12497500" y="2284050"/>
                <a:ext cx="376200" cy="493300"/>
              </a:xfrm>
              <a:custGeom>
                <a:avLst/>
                <a:gdLst/>
                <a:ahLst/>
                <a:cxnLst/>
                <a:rect l="l" t="t" r="r" b="b"/>
                <a:pathLst>
                  <a:path w="15048" h="19732" extrusionOk="0">
                    <a:moveTo>
                      <a:pt x="1" y="1"/>
                    </a:moveTo>
                    <a:lnTo>
                      <a:pt x="2257" y="19732"/>
                    </a:lnTo>
                    <a:cubicBezTo>
                      <a:pt x="4564" y="18572"/>
                      <a:pt x="8490" y="16290"/>
                      <a:pt x="11498" y="12798"/>
                    </a:cubicBezTo>
                    <a:cubicBezTo>
                      <a:pt x="15048" y="8671"/>
                      <a:pt x="13571" y="1542"/>
                      <a:pt x="8532" y="1542"/>
                    </a:cubicBezTo>
                    <a:cubicBezTo>
                      <a:pt x="7111" y="1542"/>
                      <a:pt x="5408" y="2108"/>
                      <a:pt x="3455" y="3468"/>
                    </a:cubicBezTo>
                    <a:cubicBezTo>
                      <a:pt x="3455" y="3468"/>
                      <a:pt x="2397" y="1020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3" name="Google Shape;1113;p43"/>
              <p:cNvSpPr/>
              <p:nvPr/>
            </p:nvSpPr>
            <p:spPr>
              <a:xfrm>
                <a:off x="9695550" y="2536425"/>
                <a:ext cx="769900" cy="440100"/>
              </a:xfrm>
              <a:custGeom>
                <a:avLst/>
                <a:gdLst/>
                <a:ahLst/>
                <a:cxnLst/>
                <a:rect l="l" t="t" r="r" b="b"/>
                <a:pathLst>
                  <a:path w="30796" h="17604" extrusionOk="0">
                    <a:moveTo>
                      <a:pt x="15487" y="1"/>
                    </a:moveTo>
                    <a:cubicBezTo>
                      <a:pt x="10350" y="1"/>
                      <a:pt x="6131" y="4016"/>
                      <a:pt x="5863" y="9140"/>
                    </a:cubicBezTo>
                    <a:lnTo>
                      <a:pt x="4321" y="9140"/>
                    </a:lnTo>
                    <a:cubicBezTo>
                      <a:pt x="4290" y="9139"/>
                      <a:pt x="4259" y="9139"/>
                      <a:pt x="4228" y="9139"/>
                    </a:cubicBezTo>
                    <a:cubicBezTo>
                      <a:pt x="1900" y="9139"/>
                      <a:pt x="0" y="11032"/>
                      <a:pt x="0" y="13372"/>
                    </a:cubicBezTo>
                    <a:cubicBezTo>
                      <a:pt x="0" y="15719"/>
                      <a:pt x="1912" y="17604"/>
                      <a:pt x="4251" y="17604"/>
                    </a:cubicBezTo>
                    <a:cubicBezTo>
                      <a:pt x="4274" y="17604"/>
                      <a:pt x="4298" y="17604"/>
                      <a:pt x="4321" y="17603"/>
                    </a:cubicBezTo>
                    <a:lnTo>
                      <a:pt x="26640" y="17603"/>
                    </a:lnTo>
                    <a:cubicBezTo>
                      <a:pt x="28947" y="17552"/>
                      <a:pt x="30795" y="15666"/>
                      <a:pt x="30795" y="13372"/>
                    </a:cubicBezTo>
                    <a:cubicBezTo>
                      <a:pt x="30795" y="11065"/>
                      <a:pt x="28947" y="9178"/>
                      <a:pt x="26640" y="9140"/>
                    </a:cubicBezTo>
                    <a:lnTo>
                      <a:pt x="25098" y="9140"/>
                    </a:lnTo>
                    <a:cubicBezTo>
                      <a:pt x="24830" y="4016"/>
                      <a:pt x="20611" y="1"/>
                      <a:pt x="15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4" name="Google Shape;1114;p43"/>
              <p:cNvSpPr/>
              <p:nvPr/>
            </p:nvSpPr>
            <p:spPr>
              <a:xfrm>
                <a:off x="12274125" y="2136200"/>
                <a:ext cx="280125" cy="599100"/>
              </a:xfrm>
              <a:custGeom>
                <a:avLst/>
                <a:gdLst/>
                <a:ahLst/>
                <a:cxnLst/>
                <a:rect l="l" t="t" r="r" b="b"/>
                <a:pathLst>
                  <a:path w="11205" h="23964" extrusionOk="0">
                    <a:moveTo>
                      <a:pt x="5519" y="0"/>
                    </a:moveTo>
                    <a:cubicBezTo>
                      <a:pt x="5511" y="0"/>
                      <a:pt x="5503" y="0"/>
                      <a:pt x="5494" y="0"/>
                    </a:cubicBezTo>
                    <a:lnTo>
                      <a:pt x="5456" y="0"/>
                    </a:lnTo>
                    <a:lnTo>
                      <a:pt x="281" y="64"/>
                    </a:lnTo>
                    <a:cubicBezTo>
                      <a:pt x="1" y="64"/>
                      <a:pt x="1" y="485"/>
                      <a:pt x="281" y="485"/>
                    </a:cubicBezTo>
                    <a:lnTo>
                      <a:pt x="5456" y="408"/>
                    </a:lnTo>
                    <a:cubicBezTo>
                      <a:pt x="6692" y="408"/>
                      <a:pt x="7750" y="1313"/>
                      <a:pt x="7916" y="2537"/>
                    </a:cubicBezTo>
                    <a:lnTo>
                      <a:pt x="10771" y="23785"/>
                    </a:lnTo>
                    <a:cubicBezTo>
                      <a:pt x="10784" y="23887"/>
                      <a:pt x="10873" y="23963"/>
                      <a:pt x="10975" y="23963"/>
                    </a:cubicBezTo>
                    <a:lnTo>
                      <a:pt x="11001" y="23963"/>
                    </a:lnTo>
                    <a:cubicBezTo>
                      <a:pt x="11115" y="23951"/>
                      <a:pt x="11205" y="23836"/>
                      <a:pt x="11192" y="23734"/>
                    </a:cubicBezTo>
                    <a:lnTo>
                      <a:pt x="8337" y="2486"/>
                    </a:lnTo>
                    <a:cubicBezTo>
                      <a:pt x="8147" y="1067"/>
                      <a:pt x="6936" y="0"/>
                      <a:pt x="5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15" name="Google Shape;1115;p43"/>
            <p:cNvGrpSpPr/>
            <p:nvPr/>
          </p:nvGrpSpPr>
          <p:grpSpPr>
            <a:xfrm>
              <a:off x="7809916" y="664428"/>
              <a:ext cx="1037729" cy="1038317"/>
              <a:chOff x="369195" y="1138234"/>
              <a:chExt cx="1250276" cy="1250833"/>
            </a:xfrm>
          </p:grpSpPr>
          <p:sp>
            <p:nvSpPr>
              <p:cNvPr id="1116" name="Google Shape;1116;p43"/>
              <p:cNvSpPr/>
              <p:nvPr/>
            </p:nvSpPr>
            <p:spPr>
              <a:xfrm>
                <a:off x="493415" y="1299729"/>
                <a:ext cx="965118" cy="928121"/>
              </a:xfrm>
              <a:custGeom>
                <a:avLst/>
                <a:gdLst/>
                <a:ahLst/>
                <a:cxnLst/>
                <a:rect l="l" t="t" r="r" b="b"/>
                <a:pathLst>
                  <a:path w="20791" h="19994" extrusionOk="0">
                    <a:moveTo>
                      <a:pt x="10789" y="4457"/>
                    </a:moveTo>
                    <a:cubicBezTo>
                      <a:pt x="11504" y="4457"/>
                      <a:pt x="12225" y="4596"/>
                      <a:pt x="12913" y="4883"/>
                    </a:cubicBezTo>
                    <a:cubicBezTo>
                      <a:pt x="14978" y="5737"/>
                      <a:pt x="16329" y="7751"/>
                      <a:pt x="16329" y="9994"/>
                    </a:cubicBezTo>
                    <a:cubicBezTo>
                      <a:pt x="16329" y="13053"/>
                      <a:pt x="13856" y="15539"/>
                      <a:pt x="10797" y="15539"/>
                    </a:cubicBezTo>
                    <a:cubicBezTo>
                      <a:pt x="8554" y="15539"/>
                      <a:pt x="6527" y="14187"/>
                      <a:pt x="5673" y="12123"/>
                    </a:cubicBezTo>
                    <a:cubicBezTo>
                      <a:pt x="4819" y="10045"/>
                      <a:pt x="5291" y="7661"/>
                      <a:pt x="6871" y="6081"/>
                    </a:cubicBezTo>
                    <a:cubicBezTo>
                      <a:pt x="7928" y="5024"/>
                      <a:pt x="9345" y="4457"/>
                      <a:pt x="10789" y="4457"/>
                    </a:cubicBezTo>
                    <a:close/>
                    <a:moveTo>
                      <a:pt x="10797" y="1"/>
                    </a:moveTo>
                    <a:cubicBezTo>
                      <a:pt x="6744" y="1"/>
                      <a:pt x="3098" y="2435"/>
                      <a:pt x="1556" y="6170"/>
                    </a:cubicBezTo>
                    <a:cubicBezTo>
                      <a:pt x="1" y="9905"/>
                      <a:pt x="855" y="14213"/>
                      <a:pt x="3723" y="17068"/>
                    </a:cubicBezTo>
                    <a:cubicBezTo>
                      <a:pt x="5633" y="18979"/>
                      <a:pt x="8195" y="19993"/>
                      <a:pt x="10799" y="19993"/>
                    </a:cubicBezTo>
                    <a:cubicBezTo>
                      <a:pt x="12087" y="19993"/>
                      <a:pt x="13385" y="19745"/>
                      <a:pt x="14621" y="19235"/>
                    </a:cubicBezTo>
                    <a:cubicBezTo>
                      <a:pt x="18356" y="17693"/>
                      <a:pt x="20790" y="14047"/>
                      <a:pt x="20790" y="9994"/>
                    </a:cubicBezTo>
                    <a:cubicBezTo>
                      <a:pt x="20790" y="4475"/>
                      <a:pt x="16316" y="1"/>
                      <a:pt x="107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7" name="Google Shape;1117;p43"/>
              <p:cNvSpPr/>
              <p:nvPr/>
            </p:nvSpPr>
            <p:spPr>
              <a:xfrm>
                <a:off x="894020" y="1138234"/>
                <a:ext cx="200024" cy="194082"/>
              </a:xfrm>
              <a:custGeom>
                <a:avLst/>
                <a:gdLst/>
                <a:ahLst/>
                <a:cxnLst/>
                <a:rect l="l" t="t" r="r" b="b"/>
                <a:pathLst>
                  <a:path w="4309" h="4181" extrusionOk="0">
                    <a:moveTo>
                      <a:pt x="408" y="0"/>
                    </a:moveTo>
                    <a:cubicBezTo>
                      <a:pt x="191" y="0"/>
                      <a:pt x="0" y="191"/>
                      <a:pt x="0" y="408"/>
                    </a:cubicBezTo>
                    <a:lnTo>
                      <a:pt x="0" y="3773"/>
                    </a:lnTo>
                    <a:cubicBezTo>
                      <a:pt x="0" y="4002"/>
                      <a:pt x="191" y="4181"/>
                      <a:pt x="408" y="4181"/>
                    </a:cubicBezTo>
                    <a:lnTo>
                      <a:pt x="3901" y="4181"/>
                    </a:lnTo>
                    <a:cubicBezTo>
                      <a:pt x="4130" y="4181"/>
                      <a:pt x="4308" y="4002"/>
                      <a:pt x="4308" y="3773"/>
                    </a:cubicBezTo>
                    <a:lnTo>
                      <a:pt x="4308" y="408"/>
                    </a:lnTo>
                    <a:cubicBezTo>
                      <a:pt x="4308" y="191"/>
                      <a:pt x="4130" y="0"/>
                      <a:pt x="3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8" name="Google Shape;1118;p43"/>
              <p:cNvSpPr/>
              <p:nvPr/>
            </p:nvSpPr>
            <p:spPr>
              <a:xfrm>
                <a:off x="487520" y="1258926"/>
                <a:ext cx="266312" cy="262737"/>
              </a:xfrm>
              <a:custGeom>
                <a:avLst/>
                <a:gdLst/>
                <a:ahLst/>
                <a:cxnLst/>
                <a:rect l="l" t="t" r="r" b="b"/>
                <a:pathLst>
                  <a:path w="5737" h="5660" extrusionOk="0">
                    <a:moveTo>
                      <a:pt x="2913" y="0"/>
                    </a:moveTo>
                    <a:cubicBezTo>
                      <a:pt x="2808" y="0"/>
                      <a:pt x="2703" y="39"/>
                      <a:pt x="2626" y="115"/>
                    </a:cubicBezTo>
                    <a:lnTo>
                      <a:pt x="153" y="2588"/>
                    </a:lnTo>
                    <a:cubicBezTo>
                      <a:pt x="0" y="2741"/>
                      <a:pt x="0" y="3008"/>
                      <a:pt x="153" y="3161"/>
                    </a:cubicBezTo>
                    <a:lnTo>
                      <a:pt x="2537" y="5545"/>
                    </a:lnTo>
                    <a:cubicBezTo>
                      <a:pt x="2613" y="5621"/>
                      <a:pt x="2719" y="5660"/>
                      <a:pt x="2824" y="5660"/>
                    </a:cubicBezTo>
                    <a:cubicBezTo>
                      <a:pt x="2929" y="5660"/>
                      <a:pt x="3034" y="5621"/>
                      <a:pt x="3111" y="5545"/>
                    </a:cubicBezTo>
                    <a:lnTo>
                      <a:pt x="5583" y="3072"/>
                    </a:lnTo>
                    <a:cubicBezTo>
                      <a:pt x="5736" y="2906"/>
                      <a:pt x="5736" y="2652"/>
                      <a:pt x="5583" y="2499"/>
                    </a:cubicBezTo>
                    <a:lnTo>
                      <a:pt x="3200" y="115"/>
                    </a:lnTo>
                    <a:cubicBezTo>
                      <a:pt x="3123" y="39"/>
                      <a:pt x="3018" y="0"/>
                      <a:pt x="29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9" name="Google Shape;1119;p43"/>
              <p:cNvSpPr/>
              <p:nvPr/>
            </p:nvSpPr>
            <p:spPr>
              <a:xfrm>
                <a:off x="369195" y="1663616"/>
                <a:ext cx="193525" cy="200070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4310" extrusionOk="0">
                    <a:moveTo>
                      <a:pt x="408" y="1"/>
                    </a:moveTo>
                    <a:cubicBezTo>
                      <a:pt x="179" y="1"/>
                      <a:pt x="0" y="192"/>
                      <a:pt x="0" y="409"/>
                    </a:cubicBezTo>
                    <a:lnTo>
                      <a:pt x="0" y="3901"/>
                    </a:lnTo>
                    <a:cubicBezTo>
                      <a:pt x="0" y="4131"/>
                      <a:pt x="179" y="4309"/>
                      <a:pt x="408" y="4309"/>
                    </a:cubicBezTo>
                    <a:lnTo>
                      <a:pt x="3760" y="4309"/>
                    </a:lnTo>
                    <a:cubicBezTo>
                      <a:pt x="3990" y="4309"/>
                      <a:pt x="4168" y="4131"/>
                      <a:pt x="4168" y="3901"/>
                    </a:cubicBezTo>
                    <a:lnTo>
                      <a:pt x="4168" y="409"/>
                    </a:lnTo>
                    <a:cubicBezTo>
                      <a:pt x="4168" y="192"/>
                      <a:pt x="3990" y="1"/>
                      <a:pt x="37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0" name="Google Shape;1120;p43"/>
              <p:cNvSpPr/>
              <p:nvPr/>
            </p:nvSpPr>
            <p:spPr>
              <a:xfrm>
                <a:off x="487520" y="2005778"/>
                <a:ext cx="266312" cy="263062"/>
              </a:xfrm>
              <a:custGeom>
                <a:avLst/>
                <a:gdLst/>
                <a:ahLst/>
                <a:cxnLst/>
                <a:rect l="l" t="t" r="r" b="b"/>
                <a:pathLst>
                  <a:path w="5737" h="5667" extrusionOk="0">
                    <a:moveTo>
                      <a:pt x="2819" y="0"/>
                    </a:moveTo>
                    <a:cubicBezTo>
                      <a:pt x="2715" y="0"/>
                      <a:pt x="2613" y="42"/>
                      <a:pt x="2537" y="125"/>
                    </a:cubicBezTo>
                    <a:lnTo>
                      <a:pt x="153" y="2508"/>
                    </a:lnTo>
                    <a:cubicBezTo>
                      <a:pt x="0" y="2661"/>
                      <a:pt x="0" y="2916"/>
                      <a:pt x="153" y="3082"/>
                    </a:cubicBezTo>
                    <a:lnTo>
                      <a:pt x="2626" y="5542"/>
                    </a:lnTo>
                    <a:cubicBezTo>
                      <a:pt x="2703" y="5625"/>
                      <a:pt x="2808" y="5666"/>
                      <a:pt x="2913" y="5666"/>
                    </a:cubicBezTo>
                    <a:cubicBezTo>
                      <a:pt x="3018" y="5666"/>
                      <a:pt x="3123" y="5625"/>
                      <a:pt x="3200" y="5542"/>
                    </a:cubicBezTo>
                    <a:lnTo>
                      <a:pt x="5583" y="3171"/>
                    </a:lnTo>
                    <a:cubicBezTo>
                      <a:pt x="5736" y="3005"/>
                      <a:pt x="5736" y="2750"/>
                      <a:pt x="5583" y="2597"/>
                    </a:cubicBezTo>
                    <a:lnTo>
                      <a:pt x="3111" y="125"/>
                    </a:lnTo>
                    <a:cubicBezTo>
                      <a:pt x="3028" y="42"/>
                      <a:pt x="2923" y="0"/>
                      <a:pt x="28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1" name="Google Shape;1121;p43"/>
              <p:cNvSpPr/>
              <p:nvPr/>
            </p:nvSpPr>
            <p:spPr>
              <a:xfrm>
                <a:off x="894577" y="2194986"/>
                <a:ext cx="199467" cy="19408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181" extrusionOk="0">
                    <a:moveTo>
                      <a:pt x="409" y="0"/>
                    </a:moveTo>
                    <a:cubicBezTo>
                      <a:pt x="179" y="0"/>
                      <a:pt x="1" y="191"/>
                      <a:pt x="1" y="408"/>
                    </a:cubicBezTo>
                    <a:lnTo>
                      <a:pt x="1" y="3773"/>
                    </a:lnTo>
                    <a:cubicBezTo>
                      <a:pt x="1" y="4002"/>
                      <a:pt x="179" y="4181"/>
                      <a:pt x="409" y="4181"/>
                    </a:cubicBezTo>
                    <a:lnTo>
                      <a:pt x="3889" y="4181"/>
                    </a:lnTo>
                    <a:cubicBezTo>
                      <a:pt x="4118" y="4181"/>
                      <a:pt x="4296" y="4002"/>
                      <a:pt x="4296" y="3773"/>
                    </a:cubicBezTo>
                    <a:lnTo>
                      <a:pt x="4296" y="408"/>
                    </a:lnTo>
                    <a:cubicBezTo>
                      <a:pt x="4296" y="191"/>
                      <a:pt x="4118" y="0"/>
                      <a:pt x="38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2" name="Google Shape;1122;p43"/>
              <p:cNvSpPr/>
              <p:nvPr/>
            </p:nvSpPr>
            <p:spPr>
              <a:xfrm>
                <a:off x="1234232" y="2005778"/>
                <a:ext cx="266869" cy="263062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5667" extrusionOk="0">
                    <a:moveTo>
                      <a:pt x="2921" y="0"/>
                    </a:moveTo>
                    <a:cubicBezTo>
                      <a:pt x="2817" y="0"/>
                      <a:pt x="2715" y="42"/>
                      <a:pt x="2639" y="125"/>
                    </a:cubicBezTo>
                    <a:lnTo>
                      <a:pt x="166" y="2597"/>
                    </a:lnTo>
                    <a:cubicBezTo>
                      <a:pt x="0" y="2750"/>
                      <a:pt x="0" y="3005"/>
                      <a:pt x="166" y="3171"/>
                    </a:cubicBezTo>
                    <a:lnTo>
                      <a:pt x="2550" y="5542"/>
                    </a:lnTo>
                    <a:cubicBezTo>
                      <a:pt x="2626" y="5625"/>
                      <a:pt x="2728" y="5666"/>
                      <a:pt x="2832" y="5666"/>
                    </a:cubicBezTo>
                    <a:cubicBezTo>
                      <a:pt x="2935" y="5666"/>
                      <a:pt x="3040" y="5625"/>
                      <a:pt x="3123" y="5542"/>
                    </a:cubicBezTo>
                    <a:lnTo>
                      <a:pt x="5583" y="3082"/>
                    </a:lnTo>
                    <a:cubicBezTo>
                      <a:pt x="5749" y="2916"/>
                      <a:pt x="5749" y="2661"/>
                      <a:pt x="5583" y="2495"/>
                    </a:cubicBezTo>
                    <a:lnTo>
                      <a:pt x="3212" y="125"/>
                    </a:lnTo>
                    <a:cubicBezTo>
                      <a:pt x="3130" y="42"/>
                      <a:pt x="3024" y="0"/>
                      <a:pt x="29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3" name="Google Shape;1123;p43"/>
              <p:cNvSpPr/>
              <p:nvPr/>
            </p:nvSpPr>
            <p:spPr>
              <a:xfrm>
                <a:off x="1425343" y="1663616"/>
                <a:ext cx="194128" cy="200070"/>
              </a:xfrm>
              <a:custGeom>
                <a:avLst/>
                <a:gdLst/>
                <a:ahLst/>
                <a:cxnLst/>
                <a:rect l="l" t="t" r="r" b="b"/>
                <a:pathLst>
                  <a:path w="4182" h="4310" extrusionOk="0">
                    <a:moveTo>
                      <a:pt x="408" y="1"/>
                    </a:moveTo>
                    <a:cubicBezTo>
                      <a:pt x="192" y="1"/>
                      <a:pt x="0" y="192"/>
                      <a:pt x="0" y="409"/>
                    </a:cubicBezTo>
                    <a:lnTo>
                      <a:pt x="0" y="3901"/>
                    </a:lnTo>
                    <a:cubicBezTo>
                      <a:pt x="0" y="4131"/>
                      <a:pt x="192" y="4309"/>
                      <a:pt x="408" y="4309"/>
                    </a:cubicBezTo>
                    <a:lnTo>
                      <a:pt x="3773" y="4309"/>
                    </a:lnTo>
                    <a:cubicBezTo>
                      <a:pt x="4003" y="4309"/>
                      <a:pt x="4181" y="4131"/>
                      <a:pt x="4181" y="3901"/>
                    </a:cubicBezTo>
                    <a:lnTo>
                      <a:pt x="4181" y="409"/>
                    </a:lnTo>
                    <a:cubicBezTo>
                      <a:pt x="4181" y="192"/>
                      <a:pt x="4003" y="1"/>
                      <a:pt x="37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4" name="Google Shape;1124;p43"/>
              <p:cNvSpPr/>
              <p:nvPr/>
            </p:nvSpPr>
            <p:spPr>
              <a:xfrm>
                <a:off x="1234232" y="1258926"/>
                <a:ext cx="266869" cy="262737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5660" extrusionOk="0">
                    <a:moveTo>
                      <a:pt x="2832" y="0"/>
                    </a:moveTo>
                    <a:cubicBezTo>
                      <a:pt x="2728" y="0"/>
                      <a:pt x="2626" y="39"/>
                      <a:pt x="2550" y="115"/>
                    </a:cubicBezTo>
                    <a:lnTo>
                      <a:pt x="166" y="2499"/>
                    </a:lnTo>
                    <a:cubicBezTo>
                      <a:pt x="0" y="2652"/>
                      <a:pt x="0" y="2919"/>
                      <a:pt x="166" y="3072"/>
                    </a:cubicBezTo>
                    <a:lnTo>
                      <a:pt x="2639" y="5545"/>
                    </a:lnTo>
                    <a:cubicBezTo>
                      <a:pt x="2715" y="5621"/>
                      <a:pt x="2817" y="5660"/>
                      <a:pt x="2921" y="5660"/>
                    </a:cubicBezTo>
                    <a:cubicBezTo>
                      <a:pt x="3024" y="5660"/>
                      <a:pt x="3130" y="5621"/>
                      <a:pt x="3212" y="5545"/>
                    </a:cubicBezTo>
                    <a:lnTo>
                      <a:pt x="5583" y="3161"/>
                    </a:lnTo>
                    <a:cubicBezTo>
                      <a:pt x="5749" y="3008"/>
                      <a:pt x="5749" y="2741"/>
                      <a:pt x="5583" y="2588"/>
                    </a:cubicBezTo>
                    <a:lnTo>
                      <a:pt x="3123" y="115"/>
                    </a:lnTo>
                    <a:cubicBezTo>
                      <a:pt x="3040" y="39"/>
                      <a:pt x="2935" y="0"/>
                      <a:pt x="28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25" name="Google Shape;1125;p43"/>
            <p:cNvGrpSpPr/>
            <p:nvPr/>
          </p:nvGrpSpPr>
          <p:grpSpPr>
            <a:xfrm>
              <a:off x="7112358" y="323840"/>
              <a:ext cx="680775" cy="681079"/>
              <a:chOff x="369195" y="1138234"/>
              <a:chExt cx="1250276" cy="1250833"/>
            </a:xfrm>
          </p:grpSpPr>
          <p:sp>
            <p:nvSpPr>
              <p:cNvPr id="1126" name="Google Shape;1126;p43"/>
              <p:cNvSpPr/>
              <p:nvPr/>
            </p:nvSpPr>
            <p:spPr>
              <a:xfrm>
                <a:off x="493415" y="1299729"/>
                <a:ext cx="965118" cy="928121"/>
              </a:xfrm>
              <a:custGeom>
                <a:avLst/>
                <a:gdLst/>
                <a:ahLst/>
                <a:cxnLst/>
                <a:rect l="l" t="t" r="r" b="b"/>
                <a:pathLst>
                  <a:path w="20791" h="19994" extrusionOk="0">
                    <a:moveTo>
                      <a:pt x="10789" y="4457"/>
                    </a:moveTo>
                    <a:cubicBezTo>
                      <a:pt x="11504" y="4457"/>
                      <a:pt x="12225" y="4596"/>
                      <a:pt x="12913" y="4883"/>
                    </a:cubicBezTo>
                    <a:cubicBezTo>
                      <a:pt x="14978" y="5737"/>
                      <a:pt x="16329" y="7751"/>
                      <a:pt x="16329" y="9994"/>
                    </a:cubicBezTo>
                    <a:cubicBezTo>
                      <a:pt x="16329" y="13053"/>
                      <a:pt x="13856" y="15539"/>
                      <a:pt x="10797" y="15539"/>
                    </a:cubicBezTo>
                    <a:cubicBezTo>
                      <a:pt x="8554" y="15539"/>
                      <a:pt x="6527" y="14187"/>
                      <a:pt x="5673" y="12123"/>
                    </a:cubicBezTo>
                    <a:cubicBezTo>
                      <a:pt x="4819" y="10045"/>
                      <a:pt x="5291" y="7661"/>
                      <a:pt x="6871" y="6081"/>
                    </a:cubicBezTo>
                    <a:cubicBezTo>
                      <a:pt x="7928" y="5024"/>
                      <a:pt x="9345" y="4457"/>
                      <a:pt x="10789" y="4457"/>
                    </a:cubicBezTo>
                    <a:close/>
                    <a:moveTo>
                      <a:pt x="10797" y="1"/>
                    </a:moveTo>
                    <a:cubicBezTo>
                      <a:pt x="6744" y="1"/>
                      <a:pt x="3098" y="2435"/>
                      <a:pt x="1556" y="6170"/>
                    </a:cubicBezTo>
                    <a:cubicBezTo>
                      <a:pt x="1" y="9905"/>
                      <a:pt x="855" y="14213"/>
                      <a:pt x="3723" y="17068"/>
                    </a:cubicBezTo>
                    <a:cubicBezTo>
                      <a:pt x="5633" y="18979"/>
                      <a:pt x="8195" y="19993"/>
                      <a:pt x="10799" y="19993"/>
                    </a:cubicBezTo>
                    <a:cubicBezTo>
                      <a:pt x="12087" y="19993"/>
                      <a:pt x="13385" y="19745"/>
                      <a:pt x="14621" y="19235"/>
                    </a:cubicBezTo>
                    <a:cubicBezTo>
                      <a:pt x="18356" y="17693"/>
                      <a:pt x="20790" y="14047"/>
                      <a:pt x="20790" y="9994"/>
                    </a:cubicBezTo>
                    <a:cubicBezTo>
                      <a:pt x="20790" y="4475"/>
                      <a:pt x="16316" y="1"/>
                      <a:pt x="107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7" name="Google Shape;1127;p43"/>
              <p:cNvSpPr/>
              <p:nvPr/>
            </p:nvSpPr>
            <p:spPr>
              <a:xfrm>
                <a:off x="894020" y="1138234"/>
                <a:ext cx="200024" cy="194082"/>
              </a:xfrm>
              <a:custGeom>
                <a:avLst/>
                <a:gdLst/>
                <a:ahLst/>
                <a:cxnLst/>
                <a:rect l="l" t="t" r="r" b="b"/>
                <a:pathLst>
                  <a:path w="4309" h="4181" extrusionOk="0">
                    <a:moveTo>
                      <a:pt x="408" y="0"/>
                    </a:moveTo>
                    <a:cubicBezTo>
                      <a:pt x="191" y="0"/>
                      <a:pt x="0" y="191"/>
                      <a:pt x="0" y="408"/>
                    </a:cubicBezTo>
                    <a:lnTo>
                      <a:pt x="0" y="3773"/>
                    </a:lnTo>
                    <a:cubicBezTo>
                      <a:pt x="0" y="4002"/>
                      <a:pt x="191" y="4181"/>
                      <a:pt x="408" y="4181"/>
                    </a:cubicBezTo>
                    <a:lnTo>
                      <a:pt x="3901" y="4181"/>
                    </a:lnTo>
                    <a:cubicBezTo>
                      <a:pt x="4130" y="4181"/>
                      <a:pt x="4308" y="4002"/>
                      <a:pt x="4308" y="3773"/>
                    </a:cubicBezTo>
                    <a:lnTo>
                      <a:pt x="4308" y="408"/>
                    </a:lnTo>
                    <a:cubicBezTo>
                      <a:pt x="4308" y="191"/>
                      <a:pt x="4130" y="0"/>
                      <a:pt x="3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8" name="Google Shape;1128;p43"/>
              <p:cNvSpPr/>
              <p:nvPr/>
            </p:nvSpPr>
            <p:spPr>
              <a:xfrm>
                <a:off x="487520" y="1258926"/>
                <a:ext cx="266312" cy="262737"/>
              </a:xfrm>
              <a:custGeom>
                <a:avLst/>
                <a:gdLst/>
                <a:ahLst/>
                <a:cxnLst/>
                <a:rect l="l" t="t" r="r" b="b"/>
                <a:pathLst>
                  <a:path w="5737" h="5660" extrusionOk="0">
                    <a:moveTo>
                      <a:pt x="2913" y="0"/>
                    </a:moveTo>
                    <a:cubicBezTo>
                      <a:pt x="2808" y="0"/>
                      <a:pt x="2703" y="39"/>
                      <a:pt x="2626" y="115"/>
                    </a:cubicBezTo>
                    <a:lnTo>
                      <a:pt x="153" y="2588"/>
                    </a:lnTo>
                    <a:cubicBezTo>
                      <a:pt x="0" y="2741"/>
                      <a:pt x="0" y="3008"/>
                      <a:pt x="153" y="3161"/>
                    </a:cubicBezTo>
                    <a:lnTo>
                      <a:pt x="2537" y="5545"/>
                    </a:lnTo>
                    <a:cubicBezTo>
                      <a:pt x="2613" y="5621"/>
                      <a:pt x="2719" y="5660"/>
                      <a:pt x="2824" y="5660"/>
                    </a:cubicBezTo>
                    <a:cubicBezTo>
                      <a:pt x="2929" y="5660"/>
                      <a:pt x="3034" y="5621"/>
                      <a:pt x="3111" y="5545"/>
                    </a:cubicBezTo>
                    <a:lnTo>
                      <a:pt x="5583" y="3072"/>
                    </a:lnTo>
                    <a:cubicBezTo>
                      <a:pt x="5736" y="2906"/>
                      <a:pt x="5736" y="2652"/>
                      <a:pt x="5583" y="2499"/>
                    </a:cubicBezTo>
                    <a:lnTo>
                      <a:pt x="3200" y="115"/>
                    </a:lnTo>
                    <a:cubicBezTo>
                      <a:pt x="3123" y="39"/>
                      <a:pt x="3018" y="0"/>
                      <a:pt x="29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9" name="Google Shape;1129;p43"/>
              <p:cNvSpPr/>
              <p:nvPr/>
            </p:nvSpPr>
            <p:spPr>
              <a:xfrm>
                <a:off x="369195" y="1663616"/>
                <a:ext cx="193525" cy="200070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4310" extrusionOk="0">
                    <a:moveTo>
                      <a:pt x="408" y="1"/>
                    </a:moveTo>
                    <a:cubicBezTo>
                      <a:pt x="179" y="1"/>
                      <a:pt x="0" y="192"/>
                      <a:pt x="0" y="409"/>
                    </a:cubicBezTo>
                    <a:lnTo>
                      <a:pt x="0" y="3901"/>
                    </a:lnTo>
                    <a:cubicBezTo>
                      <a:pt x="0" y="4131"/>
                      <a:pt x="179" y="4309"/>
                      <a:pt x="408" y="4309"/>
                    </a:cubicBezTo>
                    <a:lnTo>
                      <a:pt x="3760" y="4309"/>
                    </a:lnTo>
                    <a:cubicBezTo>
                      <a:pt x="3990" y="4309"/>
                      <a:pt x="4168" y="4131"/>
                      <a:pt x="4168" y="3901"/>
                    </a:cubicBezTo>
                    <a:lnTo>
                      <a:pt x="4168" y="409"/>
                    </a:lnTo>
                    <a:cubicBezTo>
                      <a:pt x="4168" y="192"/>
                      <a:pt x="3990" y="1"/>
                      <a:pt x="37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0" name="Google Shape;1130;p43"/>
              <p:cNvSpPr/>
              <p:nvPr/>
            </p:nvSpPr>
            <p:spPr>
              <a:xfrm>
                <a:off x="487520" y="2005778"/>
                <a:ext cx="266312" cy="263062"/>
              </a:xfrm>
              <a:custGeom>
                <a:avLst/>
                <a:gdLst/>
                <a:ahLst/>
                <a:cxnLst/>
                <a:rect l="l" t="t" r="r" b="b"/>
                <a:pathLst>
                  <a:path w="5737" h="5667" extrusionOk="0">
                    <a:moveTo>
                      <a:pt x="2819" y="0"/>
                    </a:moveTo>
                    <a:cubicBezTo>
                      <a:pt x="2715" y="0"/>
                      <a:pt x="2613" y="42"/>
                      <a:pt x="2537" y="125"/>
                    </a:cubicBezTo>
                    <a:lnTo>
                      <a:pt x="153" y="2508"/>
                    </a:lnTo>
                    <a:cubicBezTo>
                      <a:pt x="0" y="2661"/>
                      <a:pt x="0" y="2916"/>
                      <a:pt x="153" y="3082"/>
                    </a:cubicBezTo>
                    <a:lnTo>
                      <a:pt x="2626" y="5542"/>
                    </a:lnTo>
                    <a:cubicBezTo>
                      <a:pt x="2703" y="5625"/>
                      <a:pt x="2808" y="5666"/>
                      <a:pt x="2913" y="5666"/>
                    </a:cubicBezTo>
                    <a:cubicBezTo>
                      <a:pt x="3018" y="5666"/>
                      <a:pt x="3123" y="5625"/>
                      <a:pt x="3200" y="5542"/>
                    </a:cubicBezTo>
                    <a:lnTo>
                      <a:pt x="5583" y="3171"/>
                    </a:lnTo>
                    <a:cubicBezTo>
                      <a:pt x="5736" y="3005"/>
                      <a:pt x="5736" y="2750"/>
                      <a:pt x="5583" y="2597"/>
                    </a:cubicBezTo>
                    <a:lnTo>
                      <a:pt x="3111" y="125"/>
                    </a:lnTo>
                    <a:cubicBezTo>
                      <a:pt x="3028" y="42"/>
                      <a:pt x="2923" y="0"/>
                      <a:pt x="28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1" name="Google Shape;1131;p43"/>
              <p:cNvSpPr/>
              <p:nvPr/>
            </p:nvSpPr>
            <p:spPr>
              <a:xfrm>
                <a:off x="894577" y="2194986"/>
                <a:ext cx="199467" cy="19408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181" extrusionOk="0">
                    <a:moveTo>
                      <a:pt x="409" y="0"/>
                    </a:moveTo>
                    <a:cubicBezTo>
                      <a:pt x="179" y="0"/>
                      <a:pt x="1" y="191"/>
                      <a:pt x="1" y="408"/>
                    </a:cubicBezTo>
                    <a:lnTo>
                      <a:pt x="1" y="3773"/>
                    </a:lnTo>
                    <a:cubicBezTo>
                      <a:pt x="1" y="4002"/>
                      <a:pt x="179" y="4181"/>
                      <a:pt x="409" y="4181"/>
                    </a:cubicBezTo>
                    <a:lnTo>
                      <a:pt x="3889" y="4181"/>
                    </a:lnTo>
                    <a:cubicBezTo>
                      <a:pt x="4118" y="4181"/>
                      <a:pt x="4296" y="4002"/>
                      <a:pt x="4296" y="3773"/>
                    </a:cubicBezTo>
                    <a:lnTo>
                      <a:pt x="4296" y="408"/>
                    </a:lnTo>
                    <a:cubicBezTo>
                      <a:pt x="4296" y="191"/>
                      <a:pt x="4118" y="0"/>
                      <a:pt x="38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2" name="Google Shape;1132;p43"/>
              <p:cNvSpPr/>
              <p:nvPr/>
            </p:nvSpPr>
            <p:spPr>
              <a:xfrm>
                <a:off x="1234232" y="2005778"/>
                <a:ext cx="266869" cy="263062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5667" extrusionOk="0">
                    <a:moveTo>
                      <a:pt x="2921" y="0"/>
                    </a:moveTo>
                    <a:cubicBezTo>
                      <a:pt x="2817" y="0"/>
                      <a:pt x="2715" y="42"/>
                      <a:pt x="2639" y="125"/>
                    </a:cubicBezTo>
                    <a:lnTo>
                      <a:pt x="166" y="2597"/>
                    </a:lnTo>
                    <a:cubicBezTo>
                      <a:pt x="0" y="2750"/>
                      <a:pt x="0" y="3005"/>
                      <a:pt x="166" y="3171"/>
                    </a:cubicBezTo>
                    <a:lnTo>
                      <a:pt x="2550" y="5542"/>
                    </a:lnTo>
                    <a:cubicBezTo>
                      <a:pt x="2626" y="5625"/>
                      <a:pt x="2728" y="5666"/>
                      <a:pt x="2832" y="5666"/>
                    </a:cubicBezTo>
                    <a:cubicBezTo>
                      <a:pt x="2935" y="5666"/>
                      <a:pt x="3040" y="5625"/>
                      <a:pt x="3123" y="5542"/>
                    </a:cubicBezTo>
                    <a:lnTo>
                      <a:pt x="5583" y="3082"/>
                    </a:lnTo>
                    <a:cubicBezTo>
                      <a:pt x="5749" y="2916"/>
                      <a:pt x="5749" y="2661"/>
                      <a:pt x="5583" y="2495"/>
                    </a:cubicBezTo>
                    <a:lnTo>
                      <a:pt x="3212" y="125"/>
                    </a:lnTo>
                    <a:cubicBezTo>
                      <a:pt x="3130" y="42"/>
                      <a:pt x="3024" y="0"/>
                      <a:pt x="29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3" name="Google Shape;1133;p43"/>
              <p:cNvSpPr/>
              <p:nvPr/>
            </p:nvSpPr>
            <p:spPr>
              <a:xfrm>
                <a:off x="1425343" y="1663616"/>
                <a:ext cx="194128" cy="200070"/>
              </a:xfrm>
              <a:custGeom>
                <a:avLst/>
                <a:gdLst/>
                <a:ahLst/>
                <a:cxnLst/>
                <a:rect l="l" t="t" r="r" b="b"/>
                <a:pathLst>
                  <a:path w="4182" h="4310" extrusionOk="0">
                    <a:moveTo>
                      <a:pt x="408" y="1"/>
                    </a:moveTo>
                    <a:cubicBezTo>
                      <a:pt x="192" y="1"/>
                      <a:pt x="0" y="192"/>
                      <a:pt x="0" y="409"/>
                    </a:cubicBezTo>
                    <a:lnTo>
                      <a:pt x="0" y="3901"/>
                    </a:lnTo>
                    <a:cubicBezTo>
                      <a:pt x="0" y="4131"/>
                      <a:pt x="192" y="4309"/>
                      <a:pt x="408" y="4309"/>
                    </a:cubicBezTo>
                    <a:lnTo>
                      <a:pt x="3773" y="4309"/>
                    </a:lnTo>
                    <a:cubicBezTo>
                      <a:pt x="4003" y="4309"/>
                      <a:pt x="4181" y="4131"/>
                      <a:pt x="4181" y="3901"/>
                    </a:cubicBezTo>
                    <a:lnTo>
                      <a:pt x="4181" y="409"/>
                    </a:lnTo>
                    <a:cubicBezTo>
                      <a:pt x="4181" y="192"/>
                      <a:pt x="4003" y="1"/>
                      <a:pt x="37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4" name="Google Shape;1134;p43"/>
              <p:cNvSpPr/>
              <p:nvPr/>
            </p:nvSpPr>
            <p:spPr>
              <a:xfrm>
                <a:off x="1234232" y="1258926"/>
                <a:ext cx="266869" cy="262737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5660" extrusionOk="0">
                    <a:moveTo>
                      <a:pt x="2832" y="0"/>
                    </a:moveTo>
                    <a:cubicBezTo>
                      <a:pt x="2728" y="0"/>
                      <a:pt x="2626" y="39"/>
                      <a:pt x="2550" y="115"/>
                    </a:cubicBezTo>
                    <a:lnTo>
                      <a:pt x="166" y="2499"/>
                    </a:lnTo>
                    <a:cubicBezTo>
                      <a:pt x="0" y="2652"/>
                      <a:pt x="0" y="2919"/>
                      <a:pt x="166" y="3072"/>
                    </a:cubicBezTo>
                    <a:lnTo>
                      <a:pt x="2639" y="5545"/>
                    </a:lnTo>
                    <a:cubicBezTo>
                      <a:pt x="2715" y="5621"/>
                      <a:pt x="2817" y="5660"/>
                      <a:pt x="2921" y="5660"/>
                    </a:cubicBezTo>
                    <a:cubicBezTo>
                      <a:pt x="3024" y="5660"/>
                      <a:pt x="3130" y="5621"/>
                      <a:pt x="3212" y="5545"/>
                    </a:cubicBezTo>
                    <a:lnTo>
                      <a:pt x="5583" y="3161"/>
                    </a:lnTo>
                    <a:cubicBezTo>
                      <a:pt x="5749" y="3008"/>
                      <a:pt x="5749" y="2741"/>
                      <a:pt x="5583" y="2588"/>
                    </a:cubicBezTo>
                    <a:lnTo>
                      <a:pt x="3123" y="115"/>
                    </a:lnTo>
                    <a:cubicBezTo>
                      <a:pt x="3040" y="39"/>
                      <a:pt x="2935" y="0"/>
                      <a:pt x="28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2"/>
          <p:cNvSpPr txBox="1"/>
          <p:nvPr>
            <p:ph type="subTitle" idx="8"/>
          </p:nvPr>
        </p:nvSpPr>
        <p:spPr>
          <a:xfrm>
            <a:off x="47625" y="3375025"/>
            <a:ext cx="2387600" cy="792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Provide a unified platform for personal data security.</a:t>
            </a:r>
            <a:endParaRPr lang="en-US" altLang="en-US" sz="1600"/>
          </a:p>
        </p:txBody>
      </p:sp>
      <p:sp>
        <p:nvSpPr>
          <p:cNvPr id="1031" name="Google Shape;1031;p42"/>
          <p:cNvSpPr txBox="1"/>
          <p:nvPr>
            <p:ph type="title" idx="15"/>
          </p:nvPr>
        </p:nvSpPr>
        <p:spPr>
          <a:xfrm>
            <a:off x="713225" y="20499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>
                <a:solidFill>
                  <a:schemeClr val="tx1"/>
                </a:solidFill>
              </a:rPr>
              <a:t>Objectives</a:t>
            </a:r>
            <a:endParaRPr lang="en-US" altLang="en-GB" sz="4200">
              <a:solidFill>
                <a:schemeClr val="tx1"/>
              </a:solidFill>
            </a:endParaRPr>
          </a:p>
        </p:txBody>
      </p:sp>
      <p:sp>
        <p:nvSpPr>
          <p:cNvPr id="363" name="Google Shape;1027;p42"/>
          <p:cNvSpPr txBox="1"/>
          <p:nvPr/>
        </p:nvSpPr>
        <p:spPr>
          <a:xfrm>
            <a:off x="2688590" y="3317875"/>
            <a:ext cx="2308225" cy="9067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/>
              <a:t>Enable folder locking, password vault management, and encrypted note storage.</a:t>
            </a:r>
            <a:endParaRPr lang="en-US" altLang="en-US" sz="1400"/>
          </a:p>
        </p:txBody>
      </p:sp>
      <p:sp>
        <p:nvSpPr>
          <p:cNvPr id="364" name="Google Shape;1027;p42"/>
          <p:cNvSpPr txBox="1"/>
          <p:nvPr/>
        </p:nvSpPr>
        <p:spPr>
          <a:xfrm>
            <a:off x="4979035" y="3375660"/>
            <a:ext cx="2055495" cy="7918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Ensure all operations happen locally for better privacy.</a:t>
            </a:r>
            <a:endParaRPr lang="en-US" altLang="en-US"/>
          </a:p>
        </p:txBody>
      </p:sp>
      <p:sp>
        <p:nvSpPr>
          <p:cNvPr id="365" name="Google Shape;1027;p42"/>
          <p:cNvSpPr txBox="1"/>
          <p:nvPr/>
        </p:nvSpPr>
        <p:spPr>
          <a:xfrm>
            <a:off x="6937375" y="3318193"/>
            <a:ext cx="2191385" cy="9061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Maintain metadata logs for transparency.</a:t>
            </a:r>
            <a:endParaRPr lang="en-US" altLang="en-US"/>
          </a:p>
        </p:txBody>
      </p:sp>
      <p:pic>
        <p:nvPicPr>
          <p:cNvPr id="2" name="Picture 1"/>
          <p:cNvPicPr/>
          <p:nvPr/>
        </p:nvPicPr>
        <p:blipFill>
          <a:blip r:embed="rId1"/>
          <a:srcRect l="9645" t="15749" r="10454"/>
          <a:stretch>
            <a:fillRect/>
          </a:stretch>
        </p:blipFill>
        <p:spPr>
          <a:xfrm>
            <a:off x="340995" y="1734185"/>
            <a:ext cx="1946275" cy="151511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rcRect l="9680" t="13519" r="7253" b="20469"/>
          <a:stretch>
            <a:fillRect/>
          </a:stretch>
        </p:blipFill>
        <p:spPr>
          <a:xfrm>
            <a:off x="3023235" y="1838643"/>
            <a:ext cx="1714500" cy="130619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rcRect l="20778" t="22235" r="19580" b="22864"/>
          <a:stretch>
            <a:fillRect/>
          </a:stretch>
        </p:blipFill>
        <p:spPr>
          <a:xfrm>
            <a:off x="5203825" y="1883093"/>
            <a:ext cx="1374775" cy="121729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rcRect l="2494" t="3704"/>
          <a:stretch>
            <a:fillRect/>
          </a:stretch>
        </p:blipFill>
        <p:spPr>
          <a:xfrm>
            <a:off x="7482840" y="1892300"/>
            <a:ext cx="1224915" cy="119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245" y="2436495"/>
            <a:ext cx="3289300" cy="3289300"/>
          </a:xfrm>
          <a:prstGeom prst="rect">
            <a:avLst/>
          </a:prstGeom>
        </p:spPr>
      </p:pic>
      <p:sp>
        <p:nvSpPr>
          <p:cNvPr id="1003" name="Google Shape;1003;p41"/>
          <p:cNvSpPr txBox="1"/>
          <p:nvPr>
            <p:ph type="title"/>
          </p:nvPr>
        </p:nvSpPr>
        <p:spPr>
          <a:xfrm>
            <a:off x="713105" y="-26035"/>
            <a:ext cx="7722870" cy="794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Module Architecture</a:t>
            </a:r>
            <a:endParaRPr lang="en-US" altLang="en-GB" sz="4200"/>
          </a:p>
        </p:txBody>
      </p:sp>
      <p:grpSp>
        <p:nvGrpSpPr>
          <p:cNvPr id="1008" name="Google Shape;1008;p41"/>
          <p:cNvGrpSpPr/>
          <p:nvPr/>
        </p:nvGrpSpPr>
        <p:grpSpPr>
          <a:xfrm flipH="1">
            <a:off x="7958291" y="3332497"/>
            <a:ext cx="1490500" cy="1839578"/>
            <a:chOff x="7317341" y="3117397"/>
            <a:chExt cx="1490500" cy="1839578"/>
          </a:xfrm>
        </p:grpSpPr>
        <p:sp>
          <p:nvSpPr>
            <p:cNvPr id="1009" name="Google Shape;1009;p41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40" name="Google Shape;1140;p44"/>
          <p:cNvSpPr txBox="1"/>
          <p:nvPr>
            <p:ph type="subTitle" idx="1"/>
          </p:nvPr>
        </p:nvSpPr>
        <p:spPr>
          <a:xfrm>
            <a:off x="302895" y="795655"/>
            <a:ext cx="2631440" cy="434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US" sz="1700" b="1"/>
              <a:t>User Login Module :</a:t>
            </a:r>
            <a:endParaRPr lang="en-US" altLang="en-US" sz="1700" b="1"/>
          </a:p>
        </p:txBody>
      </p:sp>
      <p:sp>
        <p:nvSpPr>
          <p:cNvPr id="5" name="Google Shape;1140;p44"/>
          <p:cNvSpPr txBox="1"/>
          <p:nvPr/>
        </p:nvSpPr>
        <p:spPr>
          <a:xfrm>
            <a:off x="302895" y="2728595"/>
            <a:ext cx="2631440" cy="4349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Char char="●"/>
              <a:defRPr sz="18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●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●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US" sz="1700" b="1"/>
              <a:t>Folder Lock Module :</a:t>
            </a:r>
            <a:endParaRPr lang="en-US" altLang="en-US" sz="1700" b="1"/>
          </a:p>
        </p:txBody>
      </p:sp>
      <p:pic>
        <p:nvPicPr>
          <p:cNvPr id="6" name="Picture 5" descr="fo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" y="3166745"/>
            <a:ext cx="1607820" cy="1607820"/>
          </a:xfrm>
          <a:prstGeom prst="rect">
            <a:avLst/>
          </a:prstGeom>
        </p:spPr>
      </p:pic>
      <p:pic>
        <p:nvPicPr>
          <p:cNvPr id="7" name="Picture 6" descr="flock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545" y="3425190"/>
            <a:ext cx="1893570" cy="131127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/>
          <a:srcRect l="5358" t="5914" r="5514" b="19802"/>
          <a:stretch>
            <a:fillRect/>
          </a:stretch>
        </p:blipFill>
        <p:spPr>
          <a:xfrm>
            <a:off x="5913120" y="983615"/>
            <a:ext cx="2721610" cy="175958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5"/>
          <a:srcRect t="8453" b="8228"/>
          <a:stretch>
            <a:fillRect/>
          </a:stretch>
        </p:blipFill>
        <p:spPr>
          <a:xfrm>
            <a:off x="3272155" y="3531870"/>
            <a:ext cx="1783080" cy="1294765"/>
          </a:xfrm>
          <a:prstGeom prst="rect">
            <a:avLst/>
          </a:prstGeom>
        </p:spPr>
      </p:pic>
      <p:pic>
        <p:nvPicPr>
          <p:cNvPr id="9" name="Picture 8" descr="C:/Users/Amrit/Downloads/Picture1.pngPicture1"/>
          <p:cNvPicPr/>
          <p:nvPr/>
        </p:nvPicPr>
        <p:blipFill>
          <a:blip r:embed="rId6"/>
          <a:srcRect t="82" b="82"/>
          <a:stretch>
            <a:fillRect/>
          </a:stretch>
        </p:blipFill>
        <p:spPr>
          <a:xfrm>
            <a:off x="3504565" y="2571750"/>
            <a:ext cx="1541145" cy="160591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955" y="135890"/>
            <a:ext cx="3289300" cy="32893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7"/>
          <a:srcRect l="10893" t="15877" r="10573" b="23580"/>
          <a:stretch>
            <a:fillRect/>
          </a:stretch>
        </p:blipFill>
        <p:spPr>
          <a:xfrm>
            <a:off x="3424555" y="1149985"/>
            <a:ext cx="1281430" cy="111061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8"/>
          <a:srcRect l="9661" t="10494" r="9600" b="9938"/>
          <a:stretch>
            <a:fillRect/>
          </a:stretch>
        </p:blipFill>
        <p:spPr>
          <a:xfrm>
            <a:off x="650240" y="1286510"/>
            <a:ext cx="1567180" cy="1292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0" y="456565"/>
            <a:ext cx="3289300" cy="3289300"/>
          </a:xfrm>
          <a:prstGeom prst="rect">
            <a:avLst/>
          </a:prstGeom>
        </p:spPr>
      </p:pic>
      <p:grpSp>
        <p:nvGrpSpPr>
          <p:cNvPr id="1008" name="Google Shape;1008;p41"/>
          <p:cNvGrpSpPr/>
          <p:nvPr/>
        </p:nvGrpSpPr>
        <p:grpSpPr>
          <a:xfrm flipH="1">
            <a:off x="7958291" y="3332497"/>
            <a:ext cx="1490500" cy="1839578"/>
            <a:chOff x="7317341" y="3117397"/>
            <a:chExt cx="1490500" cy="1839578"/>
          </a:xfrm>
        </p:grpSpPr>
        <p:sp>
          <p:nvSpPr>
            <p:cNvPr id="1009" name="Google Shape;1009;p41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40" name="Google Shape;1140;p44"/>
          <p:cNvSpPr txBox="1"/>
          <p:nvPr>
            <p:ph type="subTitle" idx="1"/>
          </p:nvPr>
        </p:nvSpPr>
        <p:spPr>
          <a:xfrm>
            <a:off x="302895" y="795655"/>
            <a:ext cx="3289935" cy="434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US" sz="1700" b="1"/>
              <a:t>Password Vault Module :</a:t>
            </a:r>
            <a:endParaRPr lang="en-US" altLang="en-US" sz="1700" b="1"/>
          </a:p>
        </p:txBody>
      </p:sp>
      <p:sp>
        <p:nvSpPr>
          <p:cNvPr id="5" name="Google Shape;1140;p44"/>
          <p:cNvSpPr txBox="1"/>
          <p:nvPr/>
        </p:nvSpPr>
        <p:spPr>
          <a:xfrm>
            <a:off x="302895" y="2875280"/>
            <a:ext cx="2631440" cy="4349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Char char="●"/>
              <a:defRPr sz="18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●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●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○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Char char="■"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US" sz="1700" b="1"/>
              <a:t>Secure Notes Module :</a:t>
            </a:r>
            <a:endParaRPr lang="en-US" altLang="en-US" sz="1700" b="1"/>
          </a:p>
        </p:txBody>
      </p:sp>
      <p:sp>
        <p:nvSpPr>
          <p:cNvPr id="2" name="Google Shape;1003;p41"/>
          <p:cNvSpPr txBox="1"/>
          <p:nvPr>
            <p:ph type="title"/>
          </p:nvPr>
        </p:nvSpPr>
        <p:spPr>
          <a:xfrm>
            <a:off x="713105" y="-26035"/>
            <a:ext cx="7722870" cy="794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Module Architecture</a:t>
            </a:r>
            <a:endParaRPr lang="en-US" altLang="en-GB" sz="4200"/>
          </a:p>
        </p:txBody>
      </p:sp>
      <p:pic>
        <p:nvPicPr>
          <p:cNvPr id="3" name="Picture 2"/>
          <p:cNvPicPr/>
          <p:nvPr/>
        </p:nvPicPr>
        <p:blipFill>
          <a:blip r:embed="rId2"/>
          <a:srcRect l="5210" t="14235" r="7173"/>
          <a:stretch>
            <a:fillRect/>
          </a:stretch>
        </p:blipFill>
        <p:spPr>
          <a:xfrm>
            <a:off x="941070" y="1307465"/>
            <a:ext cx="1491615" cy="1454150"/>
          </a:xfrm>
          <a:prstGeom prst="rect">
            <a:avLst/>
          </a:prstGeom>
        </p:spPr>
      </p:pic>
      <p:pic>
        <p:nvPicPr>
          <p:cNvPr id="1" name="Picture 0"/>
          <p:cNvPicPr/>
          <p:nvPr/>
        </p:nvPicPr>
        <p:blipFill>
          <a:blip r:embed="rId3"/>
          <a:srcRect l="20064" t="6086" r="19687" b="6198"/>
          <a:stretch>
            <a:fillRect/>
          </a:stretch>
        </p:blipFill>
        <p:spPr>
          <a:xfrm>
            <a:off x="3536315" y="1165860"/>
            <a:ext cx="1340485" cy="159575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rcRect l="25185" t="31111" r="21099" b="31457"/>
          <a:stretch>
            <a:fillRect/>
          </a:stretch>
        </p:blipFill>
        <p:spPr>
          <a:xfrm>
            <a:off x="6333490" y="1443355"/>
            <a:ext cx="1750695" cy="131826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/>
          <a:srcRect l="3832" t="15683" r="3989" b="13361"/>
          <a:stretch>
            <a:fillRect/>
          </a:stretch>
        </p:blipFill>
        <p:spPr>
          <a:xfrm>
            <a:off x="1732280" y="3263265"/>
            <a:ext cx="5280660" cy="1915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4"/>
          <p:cNvSpPr txBox="1"/>
          <p:nvPr>
            <p:ph type="subTitle" idx="1"/>
          </p:nvPr>
        </p:nvSpPr>
        <p:spPr>
          <a:xfrm>
            <a:off x="5497195" y="1529715"/>
            <a:ext cx="3131185" cy="28314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Security using AES/Fernet encryption.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Reliability and data integrity.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User-friendly Flask web interface.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Cross-platform compatibility.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Maintainable modular design.</a:t>
            </a:r>
            <a:endParaRPr lang="en-US" altLang="en-US" sz="1400"/>
          </a:p>
        </p:txBody>
      </p:sp>
      <p:sp>
        <p:nvSpPr>
          <p:cNvPr id="1036" name="Google Shape;1036;p43"/>
          <p:cNvSpPr txBox="1"/>
          <p:nvPr/>
        </p:nvSpPr>
        <p:spPr>
          <a:xfrm>
            <a:off x="1202690" y="400050"/>
            <a:ext cx="6827520" cy="7905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" panose="020B0503050203000203"/>
              <a:buNone/>
              <a:defRPr sz="4200" b="1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Requirements</a:t>
            </a:r>
            <a:endParaRPr lang="en-US" altLang="en-GB"/>
          </a:p>
        </p:txBody>
      </p:sp>
      <p:grpSp>
        <p:nvGrpSpPr>
          <p:cNvPr id="914" name="Google Shape;914;p40"/>
          <p:cNvGrpSpPr/>
          <p:nvPr/>
        </p:nvGrpSpPr>
        <p:grpSpPr>
          <a:xfrm>
            <a:off x="8139430" y="67945"/>
            <a:ext cx="943610" cy="911225"/>
            <a:chOff x="369195" y="1138234"/>
            <a:chExt cx="1250276" cy="1250833"/>
          </a:xfrm>
        </p:grpSpPr>
        <p:sp>
          <p:nvSpPr>
            <p:cNvPr id="915" name="Google Shape;915;p40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8" name="Google Shape;1008;p41"/>
          <p:cNvGrpSpPr/>
          <p:nvPr/>
        </p:nvGrpSpPr>
        <p:grpSpPr>
          <a:xfrm flipH="1">
            <a:off x="7958291" y="3332497"/>
            <a:ext cx="1490500" cy="1839578"/>
            <a:chOff x="7317341" y="3117397"/>
            <a:chExt cx="1490500" cy="1839578"/>
          </a:xfrm>
        </p:grpSpPr>
        <p:sp>
          <p:nvSpPr>
            <p:cNvPr id="1009" name="Google Shape;1009;p41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" name="Google Shape;1140;p44"/>
          <p:cNvSpPr txBox="1"/>
          <p:nvPr/>
        </p:nvSpPr>
        <p:spPr>
          <a:xfrm>
            <a:off x="589280" y="1638300"/>
            <a:ext cx="3118485" cy="28517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None/>
              <a:defRPr sz="17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User authentication with passkey.</a:t>
            </a:r>
            <a:endParaRPr lang="en-US" altLang="en-US" sz="1400"/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Folder encryption/decryption.</a:t>
            </a: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Encrypted password management.</a:t>
            </a: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Secure note creation and retrieval.</a:t>
            </a: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Metadata logging for every operation.</a:t>
            </a:r>
            <a:endParaRPr lang="en-US" altLang="en-US" sz="1400"/>
          </a:p>
        </p:txBody>
      </p:sp>
      <p:pic>
        <p:nvPicPr>
          <p:cNvPr id="2" name="Picture 1"/>
          <p:cNvPicPr/>
          <p:nvPr/>
        </p:nvPicPr>
        <p:blipFill>
          <a:blip r:embed="rId1"/>
          <a:srcRect l="6267" t="6419" r="4744" b="5705"/>
          <a:stretch>
            <a:fillRect/>
          </a:stretch>
        </p:blipFill>
        <p:spPr>
          <a:xfrm>
            <a:off x="3260090" y="2242820"/>
            <a:ext cx="2134235" cy="1646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49"/>
          <p:cNvSpPr txBox="1"/>
          <p:nvPr>
            <p:ph type="title"/>
          </p:nvPr>
        </p:nvSpPr>
        <p:spPr>
          <a:xfrm>
            <a:off x="713225" y="21642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Tools &amp; Technologies Used</a:t>
            </a:r>
            <a:endParaRPr lang="en-US" altLang="en-GB" sz="4200"/>
          </a:p>
        </p:txBody>
      </p:sp>
      <p:pic>
        <p:nvPicPr>
          <p:cNvPr id="2" name="Picture 1" descr="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80" y="1247775"/>
            <a:ext cx="1174115" cy="1179830"/>
          </a:xfrm>
          <a:prstGeom prst="rect">
            <a:avLst/>
          </a:prstGeom>
        </p:spPr>
      </p:pic>
      <p:pic>
        <p:nvPicPr>
          <p:cNvPr id="4" name="Picture 3" descr="fla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535" y="1467485"/>
            <a:ext cx="1054100" cy="1054100"/>
          </a:xfrm>
          <a:prstGeom prst="rect">
            <a:avLst/>
          </a:prstGeom>
        </p:spPr>
      </p:pic>
      <p:pic>
        <p:nvPicPr>
          <p:cNvPr id="10" name="Picture 9" descr="exc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55" y="2041525"/>
            <a:ext cx="1060450" cy="1060450"/>
          </a:xfrm>
          <a:prstGeom prst="rect">
            <a:avLst/>
          </a:prstGeom>
        </p:spPr>
      </p:pic>
      <p:pic>
        <p:nvPicPr>
          <p:cNvPr id="11" name="Picture 10" descr="w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25" y="3295650"/>
            <a:ext cx="1177925" cy="1177925"/>
          </a:xfrm>
          <a:prstGeom prst="rect">
            <a:avLst/>
          </a:prstGeom>
        </p:spPr>
      </p:pic>
      <p:pic>
        <p:nvPicPr>
          <p:cNvPr id="12" name="Picture 11" descr="htm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250" y="3468370"/>
            <a:ext cx="1221105" cy="1221105"/>
          </a:xfrm>
          <a:prstGeom prst="rect">
            <a:avLst/>
          </a:prstGeom>
        </p:spPr>
      </p:pic>
      <p:pic>
        <p:nvPicPr>
          <p:cNvPr id="13" name="Picture 12" descr="c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1044575"/>
            <a:ext cx="1056640" cy="1056640"/>
          </a:xfrm>
          <a:prstGeom prst="rect">
            <a:avLst/>
          </a:prstGeom>
        </p:spPr>
      </p:pic>
      <p:pic>
        <p:nvPicPr>
          <p:cNvPr id="1" name="Picture 0"/>
          <p:cNvPicPr/>
          <p:nvPr/>
        </p:nvPicPr>
        <p:blipFill>
          <a:blip r:embed="rId7"/>
          <a:srcRect l="17259" t="7667" r="14370" b="8593"/>
          <a:stretch>
            <a:fillRect/>
          </a:stretch>
        </p:blipFill>
        <p:spPr>
          <a:xfrm>
            <a:off x="6137910" y="3054985"/>
            <a:ext cx="1570990" cy="175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6"/>
          <p:cNvSpPr txBox="1"/>
          <p:nvPr>
            <p:ph type="title"/>
          </p:nvPr>
        </p:nvSpPr>
        <p:spPr>
          <a:xfrm>
            <a:off x="713225" y="170705"/>
            <a:ext cx="772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System Workflow</a:t>
            </a:r>
            <a:endParaRPr lang="en-US" altLang="en-GB" sz="4200"/>
          </a:p>
        </p:txBody>
      </p:sp>
      <p:sp>
        <p:nvSpPr>
          <p:cNvPr id="1326" name="Google Shape;1326;p46"/>
          <p:cNvSpPr/>
          <p:nvPr/>
        </p:nvSpPr>
        <p:spPr>
          <a:xfrm>
            <a:off x="798475" y="188888"/>
            <a:ext cx="479933" cy="701220"/>
          </a:xfrm>
          <a:custGeom>
            <a:avLst/>
            <a:gdLst/>
            <a:ahLst/>
            <a:cxnLst/>
            <a:rect l="l" t="t" r="r" b="b"/>
            <a:pathLst>
              <a:path w="21835" h="31899" extrusionOk="0">
                <a:moveTo>
                  <a:pt x="14501" y="2308"/>
                </a:moveTo>
                <a:cubicBezTo>
                  <a:pt x="16035" y="2308"/>
                  <a:pt x="17284" y="3573"/>
                  <a:pt x="17272" y="5125"/>
                </a:cubicBezTo>
                <a:lnTo>
                  <a:pt x="17272" y="11294"/>
                </a:lnTo>
                <a:cubicBezTo>
                  <a:pt x="15023" y="10861"/>
                  <a:pt x="12793" y="10636"/>
                  <a:pt x="10579" y="10636"/>
                </a:cubicBezTo>
                <a:cubicBezTo>
                  <a:pt x="8564" y="10636"/>
                  <a:pt x="6563" y="10822"/>
                  <a:pt x="4576" y="11205"/>
                </a:cubicBezTo>
                <a:lnTo>
                  <a:pt x="4576" y="5125"/>
                </a:lnTo>
                <a:cubicBezTo>
                  <a:pt x="4551" y="3573"/>
                  <a:pt x="5800" y="2308"/>
                  <a:pt x="7347" y="2308"/>
                </a:cubicBezTo>
                <a:cubicBezTo>
                  <a:pt x="7362" y="2308"/>
                  <a:pt x="7378" y="2308"/>
                  <a:pt x="7393" y="2308"/>
                </a:cubicBezTo>
                <a:lnTo>
                  <a:pt x="14455" y="2308"/>
                </a:lnTo>
                <a:cubicBezTo>
                  <a:pt x="14470" y="2308"/>
                  <a:pt x="14485" y="2308"/>
                  <a:pt x="14501" y="2308"/>
                </a:cubicBezTo>
                <a:close/>
                <a:moveTo>
                  <a:pt x="10924" y="16495"/>
                </a:moveTo>
                <a:cubicBezTo>
                  <a:pt x="11982" y="16495"/>
                  <a:pt x="12912" y="17234"/>
                  <a:pt x="13142" y="18267"/>
                </a:cubicBezTo>
                <a:cubicBezTo>
                  <a:pt x="13371" y="19312"/>
                  <a:pt x="12861" y="20370"/>
                  <a:pt x="11893" y="20829"/>
                </a:cubicBezTo>
                <a:lnTo>
                  <a:pt x="11893" y="24130"/>
                </a:lnTo>
                <a:lnTo>
                  <a:pt x="9942" y="24130"/>
                </a:lnTo>
                <a:lnTo>
                  <a:pt x="9942" y="20829"/>
                </a:lnTo>
                <a:cubicBezTo>
                  <a:pt x="8974" y="20370"/>
                  <a:pt x="8464" y="19312"/>
                  <a:pt x="8693" y="18267"/>
                </a:cubicBezTo>
                <a:cubicBezTo>
                  <a:pt x="8936" y="17234"/>
                  <a:pt x="9853" y="16495"/>
                  <a:pt x="10924" y="16495"/>
                </a:cubicBezTo>
                <a:close/>
                <a:moveTo>
                  <a:pt x="14455" y="1"/>
                </a:moveTo>
                <a:lnTo>
                  <a:pt x="7393" y="14"/>
                </a:lnTo>
                <a:cubicBezTo>
                  <a:pt x="4564" y="14"/>
                  <a:pt x="2282" y="2295"/>
                  <a:pt x="2269" y="5125"/>
                </a:cubicBezTo>
                <a:lnTo>
                  <a:pt x="2269" y="11740"/>
                </a:lnTo>
                <a:cubicBezTo>
                  <a:pt x="1517" y="11944"/>
                  <a:pt x="752" y="12174"/>
                  <a:pt x="0" y="12441"/>
                </a:cubicBezTo>
                <a:lnTo>
                  <a:pt x="0" y="30388"/>
                </a:lnTo>
                <a:cubicBezTo>
                  <a:pt x="4077" y="31191"/>
                  <a:pt x="8159" y="31899"/>
                  <a:pt x="12286" y="31899"/>
                </a:cubicBezTo>
                <a:cubicBezTo>
                  <a:pt x="15436" y="31899"/>
                  <a:pt x="18613" y="31486"/>
                  <a:pt x="21835" y="30388"/>
                </a:cubicBezTo>
                <a:lnTo>
                  <a:pt x="21835" y="12441"/>
                </a:lnTo>
                <a:cubicBezTo>
                  <a:pt x="21083" y="12212"/>
                  <a:pt x="20318" y="11995"/>
                  <a:pt x="19566" y="11804"/>
                </a:cubicBezTo>
                <a:lnTo>
                  <a:pt x="19566" y="5112"/>
                </a:lnTo>
                <a:cubicBezTo>
                  <a:pt x="19553" y="2295"/>
                  <a:pt x="17272" y="14"/>
                  <a:pt x="1445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" name="Rectangles 0"/>
          <p:cNvSpPr/>
          <p:nvPr/>
        </p:nvSpPr>
        <p:spPr>
          <a:xfrm>
            <a:off x="2813050" y="4390390"/>
            <a:ext cx="3378835" cy="165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 descr="Flowchart.drawio"/>
          <p:cNvPicPr>
            <a:picLocks noChangeAspect="1"/>
          </p:cNvPicPr>
          <p:nvPr/>
        </p:nvPicPr>
        <p:blipFill>
          <a:blip r:embed="rId1"/>
          <a:srcRect l="628" t="3441"/>
          <a:stretch>
            <a:fillRect/>
          </a:stretch>
        </p:blipFill>
        <p:spPr>
          <a:xfrm>
            <a:off x="1569720" y="988060"/>
            <a:ext cx="6019165" cy="4156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52"/>
          <p:cNvSpPr txBox="1"/>
          <p:nvPr>
            <p:ph type="subTitle" idx="5"/>
          </p:nvPr>
        </p:nvSpPr>
        <p:spPr>
          <a:xfrm>
            <a:off x="812710" y="4403498"/>
            <a:ext cx="2157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i="1"/>
              <a:t>Notes Management page</a:t>
            </a:r>
            <a:endParaRPr lang="en-US" altLang="en-GB" sz="1200" i="1"/>
          </a:p>
        </p:txBody>
      </p:sp>
      <p:sp>
        <p:nvSpPr>
          <p:cNvPr id="1323" name="Google Shape;1323;p46"/>
          <p:cNvSpPr txBox="1"/>
          <p:nvPr/>
        </p:nvSpPr>
        <p:spPr>
          <a:xfrm>
            <a:off x="713225" y="170705"/>
            <a:ext cx="7722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 panose="020B0503050203000203"/>
              <a:buNone/>
              <a:defRPr sz="3400" b="1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Implementation &amp; Output</a:t>
            </a:r>
            <a:endParaRPr lang="en-US" altLang="en-GB" sz="4200"/>
          </a:p>
        </p:txBody>
      </p:sp>
      <p:pic>
        <p:nvPicPr>
          <p:cNvPr id="13" name="Picture 12" descr="Screenshot 2025-11-09 2319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" y="1145858"/>
            <a:ext cx="2581910" cy="1221740"/>
          </a:xfrm>
          <a:prstGeom prst="rect">
            <a:avLst/>
          </a:prstGeom>
        </p:spPr>
      </p:pic>
      <p:pic>
        <p:nvPicPr>
          <p:cNvPr id="14" name="Picture 13" descr="Screenshot 2025-11-09 232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85" y="1097280"/>
            <a:ext cx="2677795" cy="1318895"/>
          </a:xfrm>
          <a:prstGeom prst="rect">
            <a:avLst/>
          </a:prstGeom>
        </p:spPr>
      </p:pic>
      <p:pic>
        <p:nvPicPr>
          <p:cNvPr id="15" name="Picture 14" descr="Screenshot 2025-11-09 232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5" y="1194753"/>
            <a:ext cx="2369820" cy="1123950"/>
          </a:xfrm>
          <a:prstGeom prst="rect">
            <a:avLst/>
          </a:prstGeom>
        </p:spPr>
      </p:pic>
      <p:pic>
        <p:nvPicPr>
          <p:cNvPr id="16" name="Picture 15" descr="Screenshot 2025-11-09 2322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630" y="2864485"/>
            <a:ext cx="2780030" cy="1316355"/>
          </a:xfrm>
          <a:prstGeom prst="rect">
            <a:avLst/>
          </a:prstGeom>
        </p:spPr>
      </p:pic>
      <p:pic>
        <p:nvPicPr>
          <p:cNvPr id="17" name="Picture 16" descr="Screenshot 2025-11-09 2323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660" y="2884805"/>
            <a:ext cx="2695575" cy="1275715"/>
          </a:xfrm>
          <a:prstGeom prst="rect">
            <a:avLst/>
          </a:prstGeom>
        </p:spPr>
      </p:pic>
      <p:pic>
        <p:nvPicPr>
          <p:cNvPr id="18" name="Picture 17" descr="Screenshot 2025-11-09 232340"/>
          <p:cNvPicPr>
            <a:picLocks noChangeAspect="1"/>
          </p:cNvPicPr>
          <p:nvPr/>
        </p:nvPicPr>
        <p:blipFill>
          <a:blip r:embed="rId6"/>
          <a:srcRect t="1617"/>
          <a:stretch>
            <a:fillRect/>
          </a:stretch>
        </p:blipFill>
        <p:spPr>
          <a:xfrm>
            <a:off x="614680" y="2933700"/>
            <a:ext cx="2553335" cy="1197610"/>
          </a:xfrm>
          <a:prstGeom prst="rect">
            <a:avLst/>
          </a:prstGeom>
        </p:spPr>
      </p:pic>
      <p:sp>
        <p:nvSpPr>
          <p:cNvPr id="19" name="Google Shape;1853;p52"/>
          <p:cNvSpPr txBox="1"/>
          <p:nvPr/>
        </p:nvSpPr>
        <p:spPr>
          <a:xfrm>
            <a:off x="511720" y="2337525"/>
            <a:ext cx="2157900" cy="48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i="1"/>
              <a:t>Landing Page</a:t>
            </a:r>
            <a:endParaRPr lang="en-US" altLang="en-GB" sz="1200" i="1"/>
          </a:p>
        </p:txBody>
      </p:sp>
      <p:sp>
        <p:nvSpPr>
          <p:cNvPr id="20" name="Google Shape;1853;p52"/>
          <p:cNvSpPr txBox="1"/>
          <p:nvPr/>
        </p:nvSpPr>
        <p:spPr>
          <a:xfrm>
            <a:off x="3282225" y="2337525"/>
            <a:ext cx="2157900" cy="48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i="1"/>
              <a:t>Key Creation page</a:t>
            </a:r>
            <a:endParaRPr lang="en-US" altLang="en-GB" sz="1200" i="1"/>
          </a:p>
        </p:txBody>
      </p:sp>
      <p:sp>
        <p:nvSpPr>
          <p:cNvPr id="21" name="Google Shape;1853;p52"/>
          <p:cNvSpPr txBox="1"/>
          <p:nvPr/>
        </p:nvSpPr>
        <p:spPr>
          <a:xfrm>
            <a:off x="6052730" y="2337525"/>
            <a:ext cx="2157900" cy="48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i="1"/>
              <a:t>Dashboard</a:t>
            </a:r>
            <a:endParaRPr lang="en-US" altLang="en-GB" sz="1200" i="1"/>
          </a:p>
        </p:txBody>
      </p:sp>
      <p:sp>
        <p:nvSpPr>
          <p:cNvPr id="22" name="Google Shape;1853;p52"/>
          <p:cNvSpPr txBox="1"/>
          <p:nvPr/>
        </p:nvSpPr>
        <p:spPr>
          <a:xfrm>
            <a:off x="3600995" y="4403498"/>
            <a:ext cx="2157900" cy="48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i="1"/>
              <a:t>Folder Locker page</a:t>
            </a:r>
            <a:endParaRPr lang="en-US" altLang="en-GB" sz="1200" i="1"/>
          </a:p>
        </p:txBody>
      </p:sp>
      <p:sp>
        <p:nvSpPr>
          <p:cNvPr id="23" name="Google Shape;1853;p52"/>
          <p:cNvSpPr txBox="1"/>
          <p:nvPr/>
        </p:nvSpPr>
        <p:spPr>
          <a:xfrm>
            <a:off x="6438175" y="4403498"/>
            <a:ext cx="2157900" cy="48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i Jamjuree" panose="00000500000000000000"/>
              <a:buNone/>
              <a:defRPr sz="15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i="1"/>
              <a:t>Password Vault page</a:t>
            </a:r>
            <a:endParaRPr lang="en-US" altLang="en-GB" sz="1200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2" name="Google Shape;2262;p55"/>
          <p:cNvGrpSpPr/>
          <p:nvPr/>
        </p:nvGrpSpPr>
        <p:grpSpPr>
          <a:xfrm>
            <a:off x="-11" y="1075"/>
            <a:ext cx="1190638" cy="1191169"/>
            <a:chOff x="369195" y="1138234"/>
            <a:chExt cx="1250276" cy="1250833"/>
          </a:xfrm>
        </p:grpSpPr>
        <p:sp>
          <p:nvSpPr>
            <p:cNvPr id="2263" name="Google Shape;2263;p55"/>
            <p:cNvSpPr/>
            <p:nvPr/>
          </p:nvSpPr>
          <p:spPr>
            <a:xfrm>
              <a:off x="493415" y="1299729"/>
              <a:ext cx="965118" cy="928121"/>
            </a:xfrm>
            <a:custGeom>
              <a:avLst/>
              <a:gdLst/>
              <a:ahLst/>
              <a:cxnLst/>
              <a:rect l="l" t="t" r="r" b="b"/>
              <a:pathLst>
                <a:path w="20791" h="19994" extrusionOk="0">
                  <a:moveTo>
                    <a:pt x="10789" y="4457"/>
                  </a:moveTo>
                  <a:cubicBezTo>
                    <a:pt x="11504" y="4457"/>
                    <a:pt x="12225" y="4596"/>
                    <a:pt x="12913" y="4883"/>
                  </a:cubicBezTo>
                  <a:cubicBezTo>
                    <a:pt x="14978" y="5737"/>
                    <a:pt x="16329" y="7751"/>
                    <a:pt x="16329" y="9994"/>
                  </a:cubicBezTo>
                  <a:cubicBezTo>
                    <a:pt x="16329" y="13053"/>
                    <a:pt x="13856" y="15539"/>
                    <a:pt x="10797" y="15539"/>
                  </a:cubicBezTo>
                  <a:cubicBezTo>
                    <a:pt x="8554" y="15539"/>
                    <a:pt x="6527" y="14187"/>
                    <a:pt x="5673" y="12123"/>
                  </a:cubicBezTo>
                  <a:cubicBezTo>
                    <a:pt x="4819" y="10045"/>
                    <a:pt x="5291" y="7661"/>
                    <a:pt x="6871" y="6081"/>
                  </a:cubicBezTo>
                  <a:cubicBezTo>
                    <a:pt x="7928" y="5024"/>
                    <a:pt x="9345" y="4457"/>
                    <a:pt x="10789" y="4457"/>
                  </a:cubicBezTo>
                  <a:close/>
                  <a:moveTo>
                    <a:pt x="10797" y="1"/>
                  </a:moveTo>
                  <a:cubicBezTo>
                    <a:pt x="6744" y="1"/>
                    <a:pt x="3098" y="2435"/>
                    <a:pt x="1556" y="6170"/>
                  </a:cubicBezTo>
                  <a:cubicBezTo>
                    <a:pt x="1" y="9905"/>
                    <a:pt x="855" y="14213"/>
                    <a:pt x="3723" y="17068"/>
                  </a:cubicBezTo>
                  <a:cubicBezTo>
                    <a:pt x="5633" y="18979"/>
                    <a:pt x="8195" y="19993"/>
                    <a:pt x="10799" y="19993"/>
                  </a:cubicBezTo>
                  <a:cubicBezTo>
                    <a:pt x="12087" y="19993"/>
                    <a:pt x="13385" y="19745"/>
                    <a:pt x="14621" y="19235"/>
                  </a:cubicBezTo>
                  <a:cubicBezTo>
                    <a:pt x="18356" y="17693"/>
                    <a:pt x="20790" y="14047"/>
                    <a:pt x="20790" y="9994"/>
                  </a:cubicBezTo>
                  <a:cubicBezTo>
                    <a:pt x="20790" y="4475"/>
                    <a:pt x="16316" y="1"/>
                    <a:pt x="10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4" name="Google Shape;2264;p55"/>
            <p:cNvSpPr/>
            <p:nvPr/>
          </p:nvSpPr>
          <p:spPr>
            <a:xfrm>
              <a:off x="894020" y="1138234"/>
              <a:ext cx="200024" cy="194082"/>
            </a:xfrm>
            <a:custGeom>
              <a:avLst/>
              <a:gdLst/>
              <a:ahLst/>
              <a:cxnLst/>
              <a:rect l="l" t="t" r="r" b="b"/>
              <a:pathLst>
                <a:path w="4309" h="4181" extrusionOk="0">
                  <a:moveTo>
                    <a:pt x="408" y="0"/>
                  </a:moveTo>
                  <a:cubicBezTo>
                    <a:pt x="191" y="0"/>
                    <a:pt x="0" y="191"/>
                    <a:pt x="0" y="408"/>
                  </a:cubicBezTo>
                  <a:lnTo>
                    <a:pt x="0" y="3773"/>
                  </a:lnTo>
                  <a:cubicBezTo>
                    <a:pt x="0" y="4002"/>
                    <a:pt x="191" y="4181"/>
                    <a:pt x="408" y="4181"/>
                  </a:cubicBezTo>
                  <a:lnTo>
                    <a:pt x="3901" y="4181"/>
                  </a:lnTo>
                  <a:cubicBezTo>
                    <a:pt x="4130" y="4181"/>
                    <a:pt x="4308" y="4002"/>
                    <a:pt x="4308" y="3773"/>
                  </a:cubicBezTo>
                  <a:lnTo>
                    <a:pt x="4308" y="408"/>
                  </a:lnTo>
                  <a:cubicBezTo>
                    <a:pt x="4308" y="191"/>
                    <a:pt x="4130" y="0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5" name="Google Shape;2265;p55"/>
            <p:cNvSpPr/>
            <p:nvPr/>
          </p:nvSpPr>
          <p:spPr>
            <a:xfrm>
              <a:off x="487520" y="1258926"/>
              <a:ext cx="266312" cy="262737"/>
            </a:xfrm>
            <a:custGeom>
              <a:avLst/>
              <a:gdLst/>
              <a:ahLst/>
              <a:cxnLst/>
              <a:rect l="l" t="t" r="r" b="b"/>
              <a:pathLst>
                <a:path w="5737" h="5660" extrusionOk="0">
                  <a:moveTo>
                    <a:pt x="2913" y="0"/>
                  </a:moveTo>
                  <a:cubicBezTo>
                    <a:pt x="2808" y="0"/>
                    <a:pt x="2703" y="39"/>
                    <a:pt x="2626" y="115"/>
                  </a:cubicBezTo>
                  <a:lnTo>
                    <a:pt x="153" y="2588"/>
                  </a:lnTo>
                  <a:cubicBezTo>
                    <a:pt x="0" y="2741"/>
                    <a:pt x="0" y="3008"/>
                    <a:pt x="153" y="3161"/>
                  </a:cubicBezTo>
                  <a:lnTo>
                    <a:pt x="2537" y="5545"/>
                  </a:lnTo>
                  <a:cubicBezTo>
                    <a:pt x="2613" y="5621"/>
                    <a:pt x="2719" y="5660"/>
                    <a:pt x="2824" y="5660"/>
                  </a:cubicBezTo>
                  <a:cubicBezTo>
                    <a:pt x="2929" y="5660"/>
                    <a:pt x="3034" y="5621"/>
                    <a:pt x="3111" y="5545"/>
                  </a:cubicBezTo>
                  <a:lnTo>
                    <a:pt x="5583" y="3072"/>
                  </a:lnTo>
                  <a:cubicBezTo>
                    <a:pt x="5736" y="2906"/>
                    <a:pt x="5736" y="2652"/>
                    <a:pt x="5583" y="2499"/>
                  </a:cubicBezTo>
                  <a:lnTo>
                    <a:pt x="3200" y="115"/>
                  </a:lnTo>
                  <a:cubicBezTo>
                    <a:pt x="3123" y="39"/>
                    <a:pt x="3018" y="0"/>
                    <a:pt x="29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6" name="Google Shape;2266;p55"/>
            <p:cNvSpPr/>
            <p:nvPr/>
          </p:nvSpPr>
          <p:spPr>
            <a:xfrm>
              <a:off x="369195" y="1663616"/>
              <a:ext cx="193525" cy="200070"/>
            </a:xfrm>
            <a:custGeom>
              <a:avLst/>
              <a:gdLst/>
              <a:ahLst/>
              <a:cxnLst/>
              <a:rect l="l" t="t" r="r" b="b"/>
              <a:pathLst>
                <a:path w="4169" h="4310" extrusionOk="0">
                  <a:moveTo>
                    <a:pt x="408" y="1"/>
                  </a:moveTo>
                  <a:cubicBezTo>
                    <a:pt x="179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79" y="4309"/>
                    <a:pt x="408" y="4309"/>
                  </a:cubicBezTo>
                  <a:lnTo>
                    <a:pt x="3760" y="4309"/>
                  </a:lnTo>
                  <a:cubicBezTo>
                    <a:pt x="3990" y="4309"/>
                    <a:pt x="4168" y="4131"/>
                    <a:pt x="4168" y="3901"/>
                  </a:cubicBezTo>
                  <a:lnTo>
                    <a:pt x="4168" y="409"/>
                  </a:lnTo>
                  <a:cubicBezTo>
                    <a:pt x="4168" y="192"/>
                    <a:pt x="3990" y="1"/>
                    <a:pt x="3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7" name="Google Shape;2267;p55"/>
            <p:cNvSpPr/>
            <p:nvPr/>
          </p:nvSpPr>
          <p:spPr>
            <a:xfrm>
              <a:off x="487520" y="2005778"/>
              <a:ext cx="266312" cy="263062"/>
            </a:xfrm>
            <a:custGeom>
              <a:avLst/>
              <a:gdLst/>
              <a:ahLst/>
              <a:cxnLst/>
              <a:rect l="l" t="t" r="r" b="b"/>
              <a:pathLst>
                <a:path w="5737" h="5667" extrusionOk="0">
                  <a:moveTo>
                    <a:pt x="2819" y="0"/>
                  </a:moveTo>
                  <a:cubicBezTo>
                    <a:pt x="2715" y="0"/>
                    <a:pt x="2613" y="42"/>
                    <a:pt x="2537" y="125"/>
                  </a:cubicBezTo>
                  <a:lnTo>
                    <a:pt x="153" y="2508"/>
                  </a:lnTo>
                  <a:cubicBezTo>
                    <a:pt x="0" y="2661"/>
                    <a:pt x="0" y="2916"/>
                    <a:pt x="153" y="3082"/>
                  </a:cubicBezTo>
                  <a:lnTo>
                    <a:pt x="2626" y="5542"/>
                  </a:lnTo>
                  <a:cubicBezTo>
                    <a:pt x="2703" y="5625"/>
                    <a:pt x="2808" y="5666"/>
                    <a:pt x="2913" y="5666"/>
                  </a:cubicBezTo>
                  <a:cubicBezTo>
                    <a:pt x="3018" y="5666"/>
                    <a:pt x="3123" y="5625"/>
                    <a:pt x="3200" y="5542"/>
                  </a:cubicBezTo>
                  <a:lnTo>
                    <a:pt x="5583" y="3171"/>
                  </a:lnTo>
                  <a:cubicBezTo>
                    <a:pt x="5736" y="3005"/>
                    <a:pt x="5736" y="2750"/>
                    <a:pt x="5583" y="2597"/>
                  </a:cubicBezTo>
                  <a:lnTo>
                    <a:pt x="3111" y="125"/>
                  </a:lnTo>
                  <a:cubicBezTo>
                    <a:pt x="3028" y="42"/>
                    <a:pt x="2923" y="0"/>
                    <a:pt x="2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8" name="Google Shape;2268;p55"/>
            <p:cNvSpPr/>
            <p:nvPr/>
          </p:nvSpPr>
          <p:spPr>
            <a:xfrm>
              <a:off x="894577" y="2194986"/>
              <a:ext cx="199467" cy="194082"/>
            </a:xfrm>
            <a:custGeom>
              <a:avLst/>
              <a:gdLst/>
              <a:ahLst/>
              <a:cxnLst/>
              <a:rect l="l" t="t" r="r" b="b"/>
              <a:pathLst>
                <a:path w="4297" h="4181" extrusionOk="0">
                  <a:moveTo>
                    <a:pt x="409" y="0"/>
                  </a:moveTo>
                  <a:cubicBezTo>
                    <a:pt x="179" y="0"/>
                    <a:pt x="1" y="191"/>
                    <a:pt x="1" y="408"/>
                  </a:cubicBezTo>
                  <a:lnTo>
                    <a:pt x="1" y="3773"/>
                  </a:lnTo>
                  <a:cubicBezTo>
                    <a:pt x="1" y="4002"/>
                    <a:pt x="179" y="4181"/>
                    <a:pt x="409" y="4181"/>
                  </a:cubicBezTo>
                  <a:lnTo>
                    <a:pt x="3889" y="4181"/>
                  </a:lnTo>
                  <a:cubicBezTo>
                    <a:pt x="4118" y="4181"/>
                    <a:pt x="4296" y="4002"/>
                    <a:pt x="4296" y="3773"/>
                  </a:cubicBezTo>
                  <a:lnTo>
                    <a:pt x="4296" y="408"/>
                  </a:lnTo>
                  <a:cubicBezTo>
                    <a:pt x="4296" y="191"/>
                    <a:pt x="4118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9" name="Google Shape;2269;p55"/>
            <p:cNvSpPr/>
            <p:nvPr/>
          </p:nvSpPr>
          <p:spPr>
            <a:xfrm>
              <a:off x="1234232" y="2005778"/>
              <a:ext cx="266869" cy="263062"/>
            </a:xfrm>
            <a:custGeom>
              <a:avLst/>
              <a:gdLst/>
              <a:ahLst/>
              <a:cxnLst/>
              <a:rect l="l" t="t" r="r" b="b"/>
              <a:pathLst>
                <a:path w="5749" h="5667" extrusionOk="0">
                  <a:moveTo>
                    <a:pt x="2921" y="0"/>
                  </a:moveTo>
                  <a:cubicBezTo>
                    <a:pt x="2817" y="0"/>
                    <a:pt x="2715" y="42"/>
                    <a:pt x="2639" y="125"/>
                  </a:cubicBezTo>
                  <a:lnTo>
                    <a:pt x="166" y="2597"/>
                  </a:lnTo>
                  <a:cubicBezTo>
                    <a:pt x="0" y="2750"/>
                    <a:pt x="0" y="3005"/>
                    <a:pt x="166" y="3171"/>
                  </a:cubicBezTo>
                  <a:lnTo>
                    <a:pt x="2550" y="5542"/>
                  </a:lnTo>
                  <a:cubicBezTo>
                    <a:pt x="2626" y="5625"/>
                    <a:pt x="2728" y="5666"/>
                    <a:pt x="2832" y="5666"/>
                  </a:cubicBezTo>
                  <a:cubicBezTo>
                    <a:pt x="2935" y="5666"/>
                    <a:pt x="3040" y="5625"/>
                    <a:pt x="3123" y="5542"/>
                  </a:cubicBezTo>
                  <a:lnTo>
                    <a:pt x="5583" y="3082"/>
                  </a:lnTo>
                  <a:cubicBezTo>
                    <a:pt x="5749" y="2916"/>
                    <a:pt x="5749" y="2661"/>
                    <a:pt x="5583" y="2495"/>
                  </a:cubicBezTo>
                  <a:lnTo>
                    <a:pt x="3212" y="125"/>
                  </a:lnTo>
                  <a:cubicBezTo>
                    <a:pt x="3130" y="42"/>
                    <a:pt x="3024" y="0"/>
                    <a:pt x="2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0" name="Google Shape;2270;p55"/>
            <p:cNvSpPr/>
            <p:nvPr/>
          </p:nvSpPr>
          <p:spPr>
            <a:xfrm>
              <a:off x="1425343" y="1663616"/>
              <a:ext cx="194128" cy="200070"/>
            </a:xfrm>
            <a:custGeom>
              <a:avLst/>
              <a:gdLst/>
              <a:ahLst/>
              <a:cxnLst/>
              <a:rect l="l" t="t" r="r" b="b"/>
              <a:pathLst>
                <a:path w="4182" h="4310" extrusionOk="0">
                  <a:moveTo>
                    <a:pt x="408" y="1"/>
                  </a:moveTo>
                  <a:cubicBezTo>
                    <a:pt x="192" y="1"/>
                    <a:pt x="0" y="192"/>
                    <a:pt x="0" y="409"/>
                  </a:cubicBezTo>
                  <a:lnTo>
                    <a:pt x="0" y="3901"/>
                  </a:lnTo>
                  <a:cubicBezTo>
                    <a:pt x="0" y="4131"/>
                    <a:pt x="192" y="4309"/>
                    <a:pt x="408" y="4309"/>
                  </a:cubicBezTo>
                  <a:lnTo>
                    <a:pt x="3773" y="4309"/>
                  </a:lnTo>
                  <a:cubicBezTo>
                    <a:pt x="4003" y="4309"/>
                    <a:pt x="4181" y="4131"/>
                    <a:pt x="4181" y="3901"/>
                  </a:cubicBezTo>
                  <a:lnTo>
                    <a:pt x="4181" y="409"/>
                  </a:lnTo>
                  <a:cubicBezTo>
                    <a:pt x="4181" y="192"/>
                    <a:pt x="4003" y="1"/>
                    <a:pt x="3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1" name="Google Shape;2271;p55"/>
            <p:cNvSpPr/>
            <p:nvPr/>
          </p:nvSpPr>
          <p:spPr>
            <a:xfrm>
              <a:off x="1234232" y="1258926"/>
              <a:ext cx="266869" cy="262737"/>
            </a:xfrm>
            <a:custGeom>
              <a:avLst/>
              <a:gdLst/>
              <a:ahLst/>
              <a:cxnLst/>
              <a:rect l="l" t="t" r="r" b="b"/>
              <a:pathLst>
                <a:path w="5749" h="5660" extrusionOk="0">
                  <a:moveTo>
                    <a:pt x="2832" y="0"/>
                  </a:moveTo>
                  <a:cubicBezTo>
                    <a:pt x="2728" y="0"/>
                    <a:pt x="2626" y="39"/>
                    <a:pt x="2550" y="115"/>
                  </a:cubicBezTo>
                  <a:lnTo>
                    <a:pt x="166" y="2499"/>
                  </a:lnTo>
                  <a:cubicBezTo>
                    <a:pt x="0" y="2652"/>
                    <a:pt x="0" y="2919"/>
                    <a:pt x="166" y="3072"/>
                  </a:cubicBezTo>
                  <a:lnTo>
                    <a:pt x="2639" y="5545"/>
                  </a:lnTo>
                  <a:cubicBezTo>
                    <a:pt x="2715" y="5621"/>
                    <a:pt x="2817" y="5660"/>
                    <a:pt x="2921" y="5660"/>
                  </a:cubicBezTo>
                  <a:cubicBezTo>
                    <a:pt x="3024" y="5660"/>
                    <a:pt x="3130" y="5621"/>
                    <a:pt x="3212" y="5545"/>
                  </a:cubicBezTo>
                  <a:lnTo>
                    <a:pt x="5583" y="3161"/>
                  </a:lnTo>
                  <a:cubicBezTo>
                    <a:pt x="5749" y="3008"/>
                    <a:pt x="5749" y="2741"/>
                    <a:pt x="5583" y="2588"/>
                  </a:cubicBezTo>
                  <a:lnTo>
                    <a:pt x="3123" y="115"/>
                  </a:lnTo>
                  <a:cubicBezTo>
                    <a:pt x="3040" y="39"/>
                    <a:pt x="2935" y="0"/>
                    <a:pt x="2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23" name="Google Shape;1323;p46"/>
          <p:cNvSpPr txBox="1"/>
          <p:nvPr/>
        </p:nvSpPr>
        <p:spPr>
          <a:xfrm>
            <a:off x="713105" y="342265"/>
            <a:ext cx="7722870" cy="7353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 panose="020B0503050203000203"/>
              <a:buNone/>
              <a:defRPr sz="3400" b="1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Future Scope</a:t>
            </a:r>
            <a:endParaRPr lang="en-US" altLang="en-GB" sz="4200"/>
          </a:p>
        </p:txBody>
      </p:sp>
      <p:sp>
        <p:nvSpPr>
          <p:cNvPr id="8" name="Google Shape;1140;p44"/>
          <p:cNvSpPr txBox="1"/>
          <p:nvPr/>
        </p:nvSpPr>
        <p:spPr>
          <a:xfrm>
            <a:off x="1037590" y="1469390"/>
            <a:ext cx="4177030" cy="29571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 panose="00000500000000000000"/>
              <a:buNone/>
              <a:defRPr sz="17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 panose="00000500000000000000"/>
              <a:buNone/>
              <a:defRPr sz="1400" b="0" i="0" u="none" strike="noStrike" cap="none">
                <a:solidFill>
                  <a:schemeClr val="dk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9pPr>
          </a:lstStyle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Convert to full desktop app (PyQt / Electron).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Add biometric authentication (fingerprint, face).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Enable multi-user role-based access.</a:t>
            </a: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1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1400"/>
              <a:t>Support secure cloud backup</a:t>
            </a:r>
            <a:r>
              <a:rPr lang="en-IN" altLang="en-US" sz="1400"/>
              <a:t> ( e.g Google Drive )</a:t>
            </a:r>
            <a:r>
              <a:rPr lang="en-US" altLang="en-US" sz="1400"/>
              <a:t>.</a:t>
            </a:r>
            <a:endParaRPr lang="en-US" altLang="en-US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400"/>
          </a:p>
        </p:txBody>
      </p:sp>
      <p:sp>
        <p:nvSpPr>
          <p:cNvPr id="1" name="Google Shape;2406;p57"/>
          <p:cNvSpPr/>
          <p:nvPr/>
        </p:nvSpPr>
        <p:spPr>
          <a:xfrm>
            <a:off x="5986780" y="1319530"/>
            <a:ext cx="2165350" cy="3311525"/>
          </a:xfrm>
          <a:prstGeom prst="roundRect">
            <a:avLst>
              <a:gd name="adj" fmla="val 536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Google Shape;2409;p57"/>
          <p:cNvPicPr preferRelativeResize="0"/>
          <p:nvPr>
            <p:ph type="pic" idx="2"/>
          </p:nvPr>
        </p:nvPicPr>
        <p:blipFill rotWithShape="1">
          <a:blip r:embed="rId1"/>
          <a:srcRect l="9349" t="9683" r="6340" b="9691"/>
          <a:stretch>
            <a:fillRect/>
          </a:stretch>
        </p:blipFill>
        <p:spPr>
          <a:xfrm>
            <a:off x="6148705" y="1402080"/>
            <a:ext cx="2165350" cy="3183890"/>
          </a:xfrm>
          <a:prstGeom prst="roundRect">
            <a:avLst>
              <a:gd name="adj" fmla="val 4027"/>
            </a:avLst>
          </a:prstGeom>
        </p:spPr>
      </p:pic>
      <p:grpSp>
        <p:nvGrpSpPr>
          <p:cNvPr id="3" name="Google Shape;2411;p57"/>
          <p:cNvGrpSpPr/>
          <p:nvPr/>
        </p:nvGrpSpPr>
        <p:grpSpPr>
          <a:xfrm>
            <a:off x="5424805" y="1182370"/>
            <a:ext cx="965835" cy="1076960"/>
            <a:chOff x="794031" y="-2222574"/>
            <a:chExt cx="2551382" cy="2772713"/>
          </a:xfrm>
        </p:grpSpPr>
        <p:sp>
          <p:nvSpPr>
            <p:cNvPr id="4" name="Google Shape;2412;p57"/>
            <p:cNvSpPr/>
            <p:nvPr/>
          </p:nvSpPr>
          <p:spPr>
            <a:xfrm>
              <a:off x="794031" y="-2222574"/>
              <a:ext cx="2551382" cy="2772713"/>
            </a:xfrm>
            <a:custGeom>
              <a:avLst/>
              <a:gdLst/>
              <a:ahLst/>
              <a:cxnLst/>
              <a:rect l="l" t="t" r="r" b="b"/>
              <a:pathLst>
                <a:path w="54963" h="59731" extrusionOk="0">
                  <a:moveTo>
                    <a:pt x="25646" y="1"/>
                  </a:moveTo>
                  <a:cubicBezTo>
                    <a:pt x="16570" y="103"/>
                    <a:pt x="9050" y="2690"/>
                    <a:pt x="9050" y="2690"/>
                  </a:cubicBezTo>
                  <a:cubicBezTo>
                    <a:pt x="9050" y="2690"/>
                    <a:pt x="10580" y="11651"/>
                    <a:pt x="0" y="14774"/>
                  </a:cubicBezTo>
                  <a:cubicBezTo>
                    <a:pt x="523" y="49176"/>
                    <a:pt x="14658" y="59730"/>
                    <a:pt x="27481" y="59730"/>
                  </a:cubicBezTo>
                  <a:cubicBezTo>
                    <a:pt x="40317" y="59730"/>
                    <a:pt x="54440" y="49176"/>
                    <a:pt x="54962" y="14774"/>
                  </a:cubicBezTo>
                  <a:cubicBezTo>
                    <a:pt x="44383" y="11651"/>
                    <a:pt x="45912" y="2690"/>
                    <a:pt x="45912" y="2690"/>
                  </a:cubicBezTo>
                  <a:cubicBezTo>
                    <a:pt x="45912" y="2690"/>
                    <a:pt x="38119" y="7"/>
                    <a:pt x="28830" y="7"/>
                  </a:cubicBezTo>
                  <a:cubicBezTo>
                    <a:pt x="28388" y="7"/>
                    <a:pt x="27942" y="14"/>
                    <a:pt x="27494" y="26"/>
                  </a:cubicBezTo>
                  <a:cubicBezTo>
                    <a:pt x="26869" y="1"/>
                    <a:pt x="26258" y="1"/>
                    <a:pt x="25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2413;p57"/>
            <p:cNvSpPr/>
            <p:nvPr/>
          </p:nvSpPr>
          <p:spPr>
            <a:xfrm>
              <a:off x="972098" y="-2059965"/>
              <a:ext cx="2195202" cy="2447355"/>
            </a:xfrm>
            <a:custGeom>
              <a:avLst/>
              <a:gdLst/>
              <a:ahLst/>
              <a:cxnLst/>
              <a:rect l="l" t="t" r="r" b="b"/>
              <a:pathLst>
                <a:path w="47290" h="52722" extrusionOk="0">
                  <a:moveTo>
                    <a:pt x="24931" y="0"/>
                  </a:moveTo>
                  <a:cubicBezTo>
                    <a:pt x="24544" y="0"/>
                    <a:pt x="24153" y="5"/>
                    <a:pt x="23760" y="16"/>
                  </a:cubicBezTo>
                  <a:lnTo>
                    <a:pt x="23530" y="16"/>
                  </a:lnTo>
                  <a:cubicBezTo>
                    <a:pt x="22970" y="3"/>
                    <a:pt x="22409" y="3"/>
                    <a:pt x="21848" y="3"/>
                  </a:cubicBezTo>
                  <a:cubicBezTo>
                    <a:pt x="15539" y="67"/>
                    <a:pt x="11116" y="1214"/>
                    <a:pt x="8885" y="1864"/>
                  </a:cubicBezTo>
                  <a:cubicBezTo>
                    <a:pt x="8796" y="2998"/>
                    <a:pt x="8566" y="4107"/>
                    <a:pt x="8197" y="5178"/>
                  </a:cubicBezTo>
                  <a:cubicBezTo>
                    <a:pt x="7139" y="8135"/>
                    <a:pt x="4551" y="11436"/>
                    <a:pt x="1" y="13540"/>
                  </a:cubicBezTo>
                  <a:cubicBezTo>
                    <a:pt x="549" y="28912"/>
                    <a:pt x="3978" y="38816"/>
                    <a:pt x="8337" y="44628"/>
                  </a:cubicBezTo>
                  <a:cubicBezTo>
                    <a:pt x="12926" y="50759"/>
                    <a:pt x="18292" y="52722"/>
                    <a:pt x="23645" y="52722"/>
                  </a:cubicBezTo>
                  <a:cubicBezTo>
                    <a:pt x="28999" y="52722"/>
                    <a:pt x="34365" y="50759"/>
                    <a:pt x="38954" y="44628"/>
                  </a:cubicBezTo>
                  <a:cubicBezTo>
                    <a:pt x="43326" y="38828"/>
                    <a:pt x="46754" y="28912"/>
                    <a:pt x="47290" y="13540"/>
                  </a:cubicBezTo>
                  <a:cubicBezTo>
                    <a:pt x="42739" y="11436"/>
                    <a:pt x="40152" y="8122"/>
                    <a:pt x="39107" y="5178"/>
                  </a:cubicBezTo>
                  <a:cubicBezTo>
                    <a:pt x="38724" y="4095"/>
                    <a:pt x="38482" y="2960"/>
                    <a:pt x="38405" y="1813"/>
                  </a:cubicBezTo>
                  <a:cubicBezTo>
                    <a:pt x="35602" y="1085"/>
                    <a:pt x="30598" y="0"/>
                    <a:pt x="249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2414;p57"/>
            <p:cNvSpPr/>
            <p:nvPr/>
          </p:nvSpPr>
          <p:spPr>
            <a:xfrm>
              <a:off x="962071" y="-2069527"/>
              <a:ext cx="2215905" cy="2466991"/>
            </a:xfrm>
            <a:custGeom>
              <a:avLst/>
              <a:gdLst/>
              <a:ahLst/>
              <a:cxnLst/>
              <a:rect l="l" t="t" r="r" b="b"/>
              <a:pathLst>
                <a:path w="47736" h="53145" extrusionOk="0">
                  <a:moveTo>
                    <a:pt x="22552" y="420"/>
                  </a:moveTo>
                  <a:cubicBezTo>
                    <a:pt x="22951" y="420"/>
                    <a:pt x="23342" y="429"/>
                    <a:pt x="23721" y="438"/>
                  </a:cubicBezTo>
                  <a:lnTo>
                    <a:pt x="23963" y="438"/>
                  </a:lnTo>
                  <a:cubicBezTo>
                    <a:pt x="24380" y="426"/>
                    <a:pt x="24794" y="421"/>
                    <a:pt x="25206" y="421"/>
                  </a:cubicBezTo>
                  <a:cubicBezTo>
                    <a:pt x="30443" y="421"/>
                    <a:pt x="35202" y="1357"/>
                    <a:pt x="38405" y="2185"/>
                  </a:cubicBezTo>
                  <a:cubicBezTo>
                    <a:pt x="38494" y="3306"/>
                    <a:pt x="38723" y="4403"/>
                    <a:pt x="39093" y="5448"/>
                  </a:cubicBezTo>
                  <a:cubicBezTo>
                    <a:pt x="40355" y="8953"/>
                    <a:pt x="43325" y="12025"/>
                    <a:pt x="47276" y="13873"/>
                  </a:cubicBezTo>
                  <a:cubicBezTo>
                    <a:pt x="46652" y="31055"/>
                    <a:pt x="42420" y="40118"/>
                    <a:pt x="38991" y="44707"/>
                  </a:cubicBezTo>
                  <a:cubicBezTo>
                    <a:pt x="34951" y="50098"/>
                    <a:pt x="29992" y="52724"/>
                    <a:pt x="23848" y="52724"/>
                  </a:cubicBezTo>
                  <a:cubicBezTo>
                    <a:pt x="17705" y="52724"/>
                    <a:pt x="12759" y="50098"/>
                    <a:pt x="8719" y="44707"/>
                  </a:cubicBezTo>
                  <a:cubicBezTo>
                    <a:pt x="5290" y="40118"/>
                    <a:pt x="1071" y="31055"/>
                    <a:pt x="433" y="13873"/>
                  </a:cubicBezTo>
                  <a:cubicBezTo>
                    <a:pt x="4372" y="12025"/>
                    <a:pt x="7355" y="8953"/>
                    <a:pt x="8578" y="5448"/>
                  </a:cubicBezTo>
                  <a:cubicBezTo>
                    <a:pt x="8948" y="4415"/>
                    <a:pt x="9177" y="3332"/>
                    <a:pt x="9267" y="2236"/>
                  </a:cubicBezTo>
                  <a:cubicBezTo>
                    <a:pt x="10911" y="1751"/>
                    <a:pt x="15461" y="489"/>
                    <a:pt x="22051" y="426"/>
                  </a:cubicBezTo>
                  <a:cubicBezTo>
                    <a:pt x="22219" y="422"/>
                    <a:pt x="22386" y="420"/>
                    <a:pt x="22552" y="420"/>
                  </a:cubicBezTo>
                  <a:close/>
                  <a:moveTo>
                    <a:pt x="25218" y="1"/>
                  </a:moveTo>
                  <a:cubicBezTo>
                    <a:pt x="24811" y="1"/>
                    <a:pt x="24401" y="6"/>
                    <a:pt x="23989" y="18"/>
                  </a:cubicBezTo>
                  <a:lnTo>
                    <a:pt x="23759" y="18"/>
                  </a:lnTo>
                  <a:cubicBezTo>
                    <a:pt x="23224" y="5"/>
                    <a:pt x="22650" y="5"/>
                    <a:pt x="22077" y="5"/>
                  </a:cubicBezTo>
                  <a:cubicBezTo>
                    <a:pt x="15232" y="69"/>
                    <a:pt x="10580" y="1420"/>
                    <a:pt x="9050" y="1866"/>
                  </a:cubicBezTo>
                  <a:cubicBezTo>
                    <a:pt x="8961" y="1892"/>
                    <a:pt x="8897" y="1968"/>
                    <a:pt x="8897" y="2057"/>
                  </a:cubicBezTo>
                  <a:cubicBezTo>
                    <a:pt x="8808" y="3166"/>
                    <a:pt x="8578" y="4262"/>
                    <a:pt x="8209" y="5308"/>
                  </a:cubicBezTo>
                  <a:cubicBezTo>
                    <a:pt x="6972" y="8749"/>
                    <a:pt x="4041" y="11757"/>
                    <a:pt x="127" y="13554"/>
                  </a:cubicBezTo>
                  <a:cubicBezTo>
                    <a:pt x="51" y="13593"/>
                    <a:pt x="0" y="13669"/>
                    <a:pt x="13" y="13758"/>
                  </a:cubicBezTo>
                  <a:cubicBezTo>
                    <a:pt x="625" y="31132"/>
                    <a:pt x="4907" y="40309"/>
                    <a:pt x="8387" y="44961"/>
                  </a:cubicBezTo>
                  <a:cubicBezTo>
                    <a:pt x="12504" y="50468"/>
                    <a:pt x="17565" y="53145"/>
                    <a:pt x="23861" y="53145"/>
                  </a:cubicBezTo>
                  <a:cubicBezTo>
                    <a:pt x="30158" y="53145"/>
                    <a:pt x="35218" y="50468"/>
                    <a:pt x="39348" y="44961"/>
                  </a:cubicBezTo>
                  <a:cubicBezTo>
                    <a:pt x="42841" y="40309"/>
                    <a:pt x="47111" y="31119"/>
                    <a:pt x="47735" y="13758"/>
                  </a:cubicBezTo>
                  <a:cubicBezTo>
                    <a:pt x="47735" y="13669"/>
                    <a:pt x="47684" y="13593"/>
                    <a:pt x="47608" y="13554"/>
                  </a:cubicBezTo>
                  <a:cubicBezTo>
                    <a:pt x="43707" y="11757"/>
                    <a:pt x="40750" y="8749"/>
                    <a:pt x="39526" y="5308"/>
                  </a:cubicBezTo>
                  <a:cubicBezTo>
                    <a:pt x="39157" y="4250"/>
                    <a:pt x="38927" y="3128"/>
                    <a:pt x="38838" y="2006"/>
                  </a:cubicBezTo>
                  <a:cubicBezTo>
                    <a:pt x="38825" y="1917"/>
                    <a:pt x="38762" y="1841"/>
                    <a:pt x="38685" y="1815"/>
                  </a:cubicBezTo>
                  <a:cubicBezTo>
                    <a:pt x="35451" y="974"/>
                    <a:pt x="30587" y="1"/>
                    <a:pt x="2521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2415;p57"/>
            <p:cNvSpPr/>
            <p:nvPr/>
          </p:nvSpPr>
          <p:spPr>
            <a:xfrm>
              <a:off x="1661435" y="-1580585"/>
              <a:ext cx="816574" cy="1192251"/>
            </a:xfrm>
            <a:custGeom>
              <a:avLst/>
              <a:gdLst/>
              <a:ahLst/>
              <a:cxnLst/>
              <a:rect l="l" t="t" r="r" b="b"/>
              <a:pathLst>
                <a:path w="17591" h="25684" extrusionOk="0">
                  <a:moveTo>
                    <a:pt x="5929" y="1849"/>
                  </a:moveTo>
                  <a:cubicBezTo>
                    <a:pt x="5937" y="1849"/>
                    <a:pt x="5945" y="1849"/>
                    <a:pt x="5953" y="1849"/>
                  </a:cubicBezTo>
                  <a:lnTo>
                    <a:pt x="5953" y="1862"/>
                  </a:lnTo>
                  <a:lnTo>
                    <a:pt x="11638" y="1862"/>
                  </a:lnTo>
                  <a:cubicBezTo>
                    <a:pt x="11646" y="1861"/>
                    <a:pt x="11653" y="1861"/>
                    <a:pt x="11661" y="1861"/>
                  </a:cubicBezTo>
                  <a:cubicBezTo>
                    <a:pt x="12912" y="1861"/>
                    <a:pt x="13919" y="2864"/>
                    <a:pt x="13906" y="4118"/>
                  </a:cubicBezTo>
                  <a:lnTo>
                    <a:pt x="13906" y="9089"/>
                  </a:lnTo>
                  <a:cubicBezTo>
                    <a:pt x="12104" y="8743"/>
                    <a:pt x="10312" y="8564"/>
                    <a:pt x="8534" y="8564"/>
                  </a:cubicBezTo>
                  <a:cubicBezTo>
                    <a:pt x="6905" y="8564"/>
                    <a:pt x="5287" y="8714"/>
                    <a:pt x="3684" y="9025"/>
                  </a:cubicBezTo>
                  <a:lnTo>
                    <a:pt x="3684" y="4118"/>
                  </a:lnTo>
                  <a:cubicBezTo>
                    <a:pt x="3671" y="2864"/>
                    <a:pt x="4678" y="1849"/>
                    <a:pt x="5929" y="1849"/>
                  </a:cubicBezTo>
                  <a:close/>
                  <a:moveTo>
                    <a:pt x="8795" y="13282"/>
                  </a:moveTo>
                  <a:cubicBezTo>
                    <a:pt x="9649" y="13282"/>
                    <a:pt x="10401" y="13881"/>
                    <a:pt x="10580" y="14710"/>
                  </a:cubicBezTo>
                  <a:cubicBezTo>
                    <a:pt x="10771" y="15551"/>
                    <a:pt x="10363" y="16405"/>
                    <a:pt x="9585" y="16775"/>
                  </a:cubicBezTo>
                  <a:lnTo>
                    <a:pt x="9585" y="19439"/>
                  </a:lnTo>
                  <a:lnTo>
                    <a:pt x="8005" y="19439"/>
                  </a:lnTo>
                  <a:lnTo>
                    <a:pt x="8005" y="16775"/>
                  </a:lnTo>
                  <a:cubicBezTo>
                    <a:pt x="6246" y="15933"/>
                    <a:pt x="6845" y="13282"/>
                    <a:pt x="8795" y="13282"/>
                  </a:cubicBezTo>
                  <a:close/>
                  <a:moveTo>
                    <a:pt x="11638" y="1"/>
                  </a:moveTo>
                  <a:lnTo>
                    <a:pt x="5953" y="13"/>
                  </a:lnTo>
                  <a:cubicBezTo>
                    <a:pt x="3684" y="13"/>
                    <a:pt x="1848" y="1849"/>
                    <a:pt x="1836" y="4118"/>
                  </a:cubicBezTo>
                  <a:lnTo>
                    <a:pt x="1836" y="9446"/>
                  </a:lnTo>
                  <a:cubicBezTo>
                    <a:pt x="1224" y="9624"/>
                    <a:pt x="612" y="9802"/>
                    <a:pt x="0" y="10019"/>
                  </a:cubicBezTo>
                  <a:lnTo>
                    <a:pt x="0" y="24461"/>
                  </a:lnTo>
                  <a:cubicBezTo>
                    <a:pt x="3281" y="25111"/>
                    <a:pt x="6566" y="25684"/>
                    <a:pt x="9889" y="25684"/>
                  </a:cubicBezTo>
                  <a:cubicBezTo>
                    <a:pt x="12428" y="25684"/>
                    <a:pt x="14990" y="25350"/>
                    <a:pt x="17590" y="24461"/>
                  </a:cubicBezTo>
                  <a:lnTo>
                    <a:pt x="17590" y="10019"/>
                  </a:lnTo>
                  <a:cubicBezTo>
                    <a:pt x="16978" y="9828"/>
                    <a:pt x="16367" y="9662"/>
                    <a:pt x="15755" y="9509"/>
                  </a:cubicBezTo>
                  <a:lnTo>
                    <a:pt x="15755" y="4118"/>
                  </a:lnTo>
                  <a:cubicBezTo>
                    <a:pt x="15755" y="1849"/>
                    <a:pt x="13906" y="1"/>
                    <a:pt x="116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72" name="Google Shape;2272;p55"/>
          <p:cNvGrpSpPr/>
          <p:nvPr/>
        </p:nvGrpSpPr>
        <p:grpSpPr>
          <a:xfrm>
            <a:off x="5299710" y="3146425"/>
            <a:ext cx="1409700" cy="1607185"/>
            <a:chOff x="770699" y="1229402"/>
            <a:chExt cx="2760115" cy="3271041"/>
          </a:xfrm>
        </p:grpSpPr>
        <p:grpSp>
          <p:nvGrpSpPr>
            <p:cNvPr id="2275" name="Google Shape;2275;p55"/>
            <p:cNvGrpSpPr/>
            <p:nvPr/>
          </p:nvGrpSpPr>
          <p:grpSpPr>
            <a:xfrm>
              <a:off x="1940278" y="1229402"/>
              <a:ext cx="1590536" cy="2671074"/>
              <a:chOff x="-3332946" y="804946"/>
              <a:chExt cx="1743244" cy="2927525"/>
            </a:xfrm>
          </p:grpSpPr>
          <p:sp>
            <p:nvSpPr>
              <p:cNvPr id="2276" name="Google Shape;2276;p55"/>
              <p:cNvSpPr/>
              <p:nvPr/>
            </p:nvSpPr>
            <p:spPr>
              <a:xfrm>
                <a:off x="-2747291" y="893772"/>
                <a:ext cx="100082" cy="37348"/>
              </a:xfrm>
              <a:custGeom>
                <a:avLst/>
                <a:gdLst/>
                <a:ahLst/>
                <a:cxnLst/>
                <a:rect l="l" t="t" r="r" b="b"/>
                <a:pathLst>
                  <a:path w="4668" h="1742" extrusionOk="0">
                    <a:moveTo>
                      <a:pt x="2038" y="485"/>
                    </a:moveTo>
                    <a:lnTo>
                      <a:pt x="1885" y="1257"/>
                    </a:lnTo>
                    <a:lnTo>
                      <a:pt x="2266" y="1257"/>
                    </a:lnTo>
                    <a:lnTo>
                      <a:pt x="2419" y="485"/>
                    </a:lnTo>
                    <a:close/>
                    <a:moveTo>
                      <a:pt x="2594" y="485"/>
                    </a:moveTo>
                    <a:lnTo>
                      <a:pt x="2440" y="1257"/>
                    </a:lnTo>
                    <a:lnTo>
                      <a:pt x="2819" y="1257"/>
                    </a:lnTo>
                    <a:lnTo>
                      <a:pt x="2973" y="485"/>
                    </a:lnTo>
                    <a:close/>
                    <a:moveTo>
                      <a:pt x="3148" y="485"/>
                    </a:moveTo>
                    <a:lnTo>
                      <a:pt x="2994" y="1257"/>
                    </a:lnTo>
                    <a:lnTo>
                      <a:pt x="3375" y="1257"/>
                    </a:lnTo>
                    <a:lnTo>
                      <a:pt x="3529" y="485"/>
                    </a:lnTo>
                    <a:close/>
                    <a:moveTo>
                      <a:pt x="3704" y="485"/>
                    </a:moveTo>
                    <a:lnTo>
                      <a:pt x="3550" y="1257"/>
                    </a:lnTo>
                    <a:lnTo>
                      <a:pt x="3929" y="1257"/>
                    </a:lnTo>
                    <a:lnTo>
                      <a:pt x="4082" y="485"/>
                    </a:lnTo>
                    <a:close/>
                    <a:moveTo>
                      <a:pt x="209" y="350"/>
                    </a:moveTo>
                    <a:lnTo>
                      <a:pt x="1" y="1392"/>
                    </a:lnTo>
                    <a:lnTo>
                      <a:pt x="478" y="1392"/>
                    </a:lnTo>
                    <a:lnTo>
                      <a:pt x="687" y="350"/>
                    </a:lnTo>
                    <a:close/>
                    <a:moveTo>
                      <a:pt x="4304" y="306"/>
                    </a:moveTo>
                    <a:lnTo>
                      <a:pt x="4078" y="1436"/>
                    </a:lnTo>
                    <a:lnTo>
                      <a:pt x="948" y="1436"/>
                    </a:lnTo>
                    <a:lnTo>
                      <a:pt x="1173" y="306"/>
                    </a:lnTo>
                    <a:close/>
                    <a:moveTo>
                      <a:pt x="4668" y="0"/>
                    </a:moveTo>
                    <a:lnTo>
                      <a:pt x="929" y="3"/>
                    </a:lnTo>
                    <a:lnTo>
                      <a:pt x="584" y="1741"/>
                    </a:lnTo>
                    <a:lnTo>
                      <a:pt x="4322" y="1741"/>
                    </a:lnTo>
                    <a:lnTo>
                      <a:pt x="466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7" name="Google Shape;2277;p55"/>
              <p:cNvSpPr/>
              <p:nvPr/>
            </p:nvSpPr>
            <p:spPr>
              <a:xfrm>
                <a:off x="-2841220" y="966797"/>
                <a:ext cx="120986" cy="91935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4288" extrusionOk="0">
                    <a:moveTo>
                      <a:pt x="3295" y="0"/>
                    </a:moveTo>
                    <a:cubicBezTo>
                      <a:pt x="3284" y="0"/>
                      <a:pt x="3273" y="0"/>
                      <a:pt x="3262" y="1"/>
                    </a:cubicBezTo>
                    <a:cubicBezTo>
                      <a:pt x="2982" y="13"/>
                      <a:pt x="2712" y="104"/>
                      <a:pt x="2485" y="264"/>
                    </a:cubicBezTo>
                    <a:lnTo>
                      <a:pt x="466" y="1691"/>
                    </a:lnTo>
                    <a:cubicBezTo>
                      <a:pt x="152" y="1916"/>
                      <a:pt x="1" y="2224"/>
                      <a:pt x="41" y="2495"/>
                    </a:cubicBezTo>
                    <a:cubicBezTo>
                      <a:pt x="62" y="2628"/>
                      <a:pt x="127" y="2750"/>
                      <a:pt x="228" y="2838"/>
                    </a:cubicBezTo>
                    <a:lnTo>
                      <a:pt x="1599" y="4074"/>
                    </a:lnTo>
                    <a:cubicBezTo>
                      <a:pt x="1758" y="4217"/>
                      <a:pt x="1987" y="4287"/>
                      <a:pt x="2234" y="4287"/>
                    </a:cubicBezTo>
                    <a:cubicBezTo>
                      <a:pt x="2248" y="4287"/>
                      <a:pt x="2262" y="4287"/>
                      <a:pt x="2276" y="4287"/>
                    </a:cubicBezTo>
                    <a:cubicBezTo>
                      <a:pt x="2554" y="4274"/>
                      <a:pt x="2824" y="4183"/>
                      <a:pt x="3053" y="4023"/>
                    </a:cubicBezTo>
                    <a:lnTo>
                      <a:pt x="5070" y="2594"/>
                    </a:lnTo>
                    <a:cubicBezTo>
                      <a:pt x="5535" y="2261"/>
                      <a:pt x="5643" y="1748"/>
                      <a:pt x="5310" y="1445"/>
                    </a:cubicBezTo>
                    <a:lnTo>
                      <a:pt x="3940" y="213"/>
                    </a:lnTo>
                    <a:cubicBezTo>
                      <a:pt x="3824" y="114"/>
                      <a:pt x="3685" y="47"/>
                      <a:pt x="3533" y="22"/>
                    </a:cubicBezTo>
                    <a:cubicBezTo>
                      <a:pt x="3456" y="7"/>
                      <a:pt x="3375" y="0"/>
                      <a:pt x="3295" y="0"/>
                    </a:cubicBezTo>
                    <a:close/>
                  </a:path>
                </a:pathLst>
              </a:custGeom>
              <a:solidFill>
                <a:srgbClr val="B0C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278" name="Google Shape;2278;p55"/>
              <p:cNvGrpSpPr/>
              <p:nvPr/>
            </p:nvGrpSpPr>
            <p:grpSpPr>
              <a:xfrm>
                <a:off x="-3332946" y="804946"/>
                <a:ext cx="1743244" cy="2927525"/>
                <a:chOff x="-3332946" y="804946"/>
                <a:chExt cx="1743244" cy="2927525"/>
              </a:xfrm>
            </p:grpSpPr>
            <p:sp>
              <p:nvSpPr>
                <p:cNvPr id="2282" name="Google Shape;2282;p55"/>
                <p:cNvSpPr/>
                <p:nvPr/>
              </p:nvSpPr>
              <p:spPr>
                <a:xfrm>
                  <a:off x="-3210052" y="3705371"/>
                  <a:ext cx="823039" cy="2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88" h="1264" extrusionOk="0">
                      <a:moveTo>
                        <a:pt x="9" y="0"/>
                      </a:moveTo>
                      <a:lnTo>
                        <a:pt x="1" y="419"/>
                      </a:lnTo>
                      <a:lnTo>
                        <a:pt x="38377" y="1263"/>
                      </a:lnTo>
                      <a:lnTo>
                        <a:pt x="38388" y="844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3" name="Google Shape;2283;p55"/>
                <p:cNvSpPr/>
                <p:nvPr/>
              </p:nvSpPr>
              <p:spPr>
                <a:xfrm>
                  <a:off x="-3332946" y="804946"/>
                  <a:ext cx="1743244" cy="2363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08" h="110245" extrusionOk="0">
                      <a:moveTo>
                        <a:pt x="34251" y="0"/>
                      </a:moveTo>
                      <a:cubicBezTo>
                        <a:pt x="28651" y="0"/>
                        <a:pt x="23454" y="4327"/>
                        <a:pt x="22226" y="9621"/>
                      </a:cubicBezTo>
                      <a:lnTo>
                        <a:pt x="1228" y="100327"/>
                      </a:lnTo>
                      <a:cubicBezTo>
                        <a:pt x="0" y="105622"/>
                        <a:pt x="6678" y="110245"/>
                        <a:pt x="12275" y="110245"/>
                      </a:cubicBezTo>
                      <a:lnTo>
                        <a:pt x="50082" y="110245"/>
                      </a:lnTo>
                      <a:cubicBezTo>
                        <a:pt x="55681" y="110245"/>
                        <a:pt x="61043" y="105952"/>
                        <a:pt x="62106" y="100624"/>
                      </a:cubicBezTo>
                      <a:lnTo>
                        <a:pt x="80246" y="9621"/>
                      </a:lnTo>
                      <a:cubicBezTo>
                        <a:pt x="81307" y="4291"/>
                        <a:pt x="77655" y="0"/>
                        <a:pt x="72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4" name="Google Shape;2284;p55"/>
                <p:cNvSpPr/>
                <p:nvPr/>
              </p:nvSpPr>
              <p:spPr>
                <a:xfrm>
                  <a:off x="-3320318" y="804946"/>
                  <a:ext cx="1665802" cy="22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96" h="106250" extrusionOk="0">
                      <a:moveTo>
                        <a:pt x="28304" y="0"/>
                      </a:moveTo>
                      <a:cubicBezTo>
                        <a:pt x="23991" y="0"/>
                        <a:pt x="19812" y="3430"/>
                        <a:pt x="18968" y="7659"/>
                      </a:cubicBezTo>
                      <a:lnTo>
                        <a:pt x="843" y="98591"/>
                      </a:lnTo>
                      <a:cubicBezTo>
                        <a:pt x="1" y="102820"/>
                        <a:pt x="2813" y="106249"/>
                        <a:pt x="7127" y="106249"/>
                      </a:cubicBezTo>
                      <a:lnTo>
                        <a:pt x="49387" y="106249"/>
                      </a:lnTo>
                      <a:cubicBezTo>
                        <a:pt x="53701" y="106249"/>
                        <a:pt x="57882" y="102820"/>
                        <a:pt x="58726" y="98591"/>
                      </a:cubicBezTo>
                      <a:lnTo>
                        <a:pt x="76849" y="7659"/>
                      </a:lnTo>
                      <a:cubicBezTo>
                        <a:pt x="77695" y="3430"/>
                        <a:pt x="74878" y="0"/>
                        <a:pt x="705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5" name="Google Shape;2285;p55"/>
                <p:cNvSpPr/>
                <p:nvPr/>
              </p:nvSpPr>
              <p:spPr>
                <a:xfrm>
                  <a:off x="-3214383" y="868173"/>
                  <a:ext cx="1492781" cy="1956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26" h="91249" extrusionOk="0">
                      <a:moveTo>
                        <a:pt x="22220" y="1"/>
                      </a:moveTo>
                      <a:cubicBezTo>
                        <a:pt x="19768" y="1"/>
                        <a:pt x="17400" y="1975"/>
                        <a:pt x="16911" y="4428"/>
                      </a:cubicBezTo>
                      <a:lnTo>
                        <a:pt x="489" y="86821"/>
                      </a:lnTo>
                      <a:cubicBezTo>
                        <a:pt x="1" y="89274"/>
                        <a:pt x="1582" y="91248"/>
                        <a:pt x="4034" y="91248"/>
                      </a:cubicBezTo>
                      <a:lnTo>
                        <a:pt x="47404" y="91248"/>
                      </a:lnTo>
                      <a:cubicBezTo>
                        <a:pt x="49857" y="91248"/>
                        <a:pt x="52225" y="89274"/>
                        <a:pt x="52713" y="86821"/>
                      </a:cubicBezTo>
                      <a:lnTo>
                        <a:pt x="69135" y="4428"/>
                      </a:lnTo>
                      <a:cubicBezTo>
                        <a:pt x="69626" y="1975"/>
                        <a:pt x="68043" y="1"/>
                        <a:pt x="65590" y="1"/>
                      </a:cubicBezTo>
                      <a:lnTo>
                        <a:pt x="54122" y="3"/>
                      </a:lnTo>
                      <a:lnTo>
                        <a:pt x="52147" y="2462"/>
                      </a:lnTo>
                      <a:lnTo>
                        <a:pt x="34685" y="2462"/>
                      </a:lnTo>
                      <a:lnTo>
                        <a:pt x="3369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6" name="Google Shape;2286;p55"/>
                <p:cNvSpPr/>
                <p:nvPr/>
              </p:nvSpPr>
              <p:spPr>
                <a:xfrm>
                  <a:off x="-3057678" y="3078401"/>
                  <a:ext cx="553688" cy="9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5" h="420" extrusionOk="0">
                      <a:moveTo>
                        <a:pt x="192" y="1"/>
                      </a:moveTo>
                      <a:cubicBezTo>
                        <a:pt x="85" y="11"/>
                        <a:pt x="1" y="102"/>
                        <a:pt x="1" y="209"/>
                      </a:cubicBezTo>
                      <a:cubicBezTo>
                        <a:pt x="1" y="318"/>
                        <a:pt x="85" y="409"/>
                        <a:pt x="192" y="420"/>
                      </a:cubicBezTo>
                      <a:lnTo>
                        <a:pt x="25633" y="420"/>
                      </a:lnTo>
                      <a:cubicBezTo>
                        <a:pt x="25740" y="409"/>
                        <a:pt x="25824" y="318"/>
                        <a:pt x="25824" y="209"/>
                      </a:cubicBezTo>
                      <a:cubicBezTo>
                        <a:pt x="25824" y="102"/>
                        <a:pt x="25740" y="11"/>
                        <a:pt x="256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7" name="Google Shape;2287;p55"/>
                <p:cNvSpPr/>
                <p:nvPr/>
              </p:nvSpPr>
              <p:spPr>
                <a:xfrm>
                  <a:off x="-3021123" y="2816919"/>
                  <a:ext cx="555403" cy="9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05" h="422" extrusionOk="0">
                      <a:moveTo>
                        <a:pt x="211" y="0"/>
                      </a:moveTo>
                      <a:cubicBezTo>
                        <a:pt x="96" y="0"/>
                        <a:pt x="1" y="93"/>
                        <a:pt x="1" y="210"/>
                      </a:cubicBezTo>
                      <a:cubicBezTo>
                        <a:pt x="1" y="329"/>
                        <a:pt x="96" y="422"/>
                        <a:pt x="211" y="422"/>
                      </a:cubicBezTo>
                      <a:cubicBezTo>
                        <a:pt x="218" y="422"/>
                        <a:pt x="225" y="421"/>
                        <a:pt x="232" y="420"/>
                      </a:cubicBezTo>
                      <a:lnTo>
                        <a:pt x="25673" y="420"/>
                      </a:lnTo>
                      <a:cubicBezTo>
                        <a:pt x="25680" y="421"/>
                        <a:pt x="25688" y="422"/>
                        <a:pt x="25695" y="422"/>
                      </a:cubicBezTo>
                      <a:cubicBezTo>
                        <a:pt x="25809" y="422"/>
                        <a:pt x="25904" y="329"/>
                        <a:pt x="25904" y="210"/>
                      </a:cubicBezTo>
                      <a:cubicBezTo>
                        <a:pt x="25904" y="93"/>
                        <a:pt x="25809" y="0"/>
                        <a:pt x="25695" y="0"/>
                      </a:cubicBezTo>
                      <a:cubicBezTo>
                        <a:pt x="25688" y="0"/>
                        <a:pt x="25680" y="1"/>
                        <a:pt x="25673" y="1"/>
                      </a:cubicBezTo>
                      <a:lnTo>
                        <a:pt x="232" y="1"/>
                      </a:lnTo>
                      <a:cubicBezTo>
                        <a:pt x="225" y="1"/>
                        <a:pt x="218" y="0"/>
                        <a:pt x="2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8" name="Google Shape;2288;p55"/>
                <p:cNvSpPr/>
                <p:nvPr/>
              </p:nvSpPr>
              <p:spPr>
                <a:xfrm>
                  <a:off x="-1907893" y="892207"/>
                  <a:ext cx="64170" cy="40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3" h="1886" extrusionOk="0">
                      <a:moveTo>
                        <a:pt x="1634" y="0"/>
                      </a:moveTo>
                      <a:cubicBezTo>
                        <a:pt x="1113" y="0"/>
                        <a:pt x="553" y="199"/>
                        <a:pt x="77" y="595"/>
                      </a:cubicBezTo>
                      <a:cubicBezTo>
                        <a:pt x="18" y="644"/>
                        <a:pt x="1" y="724"/>
                        <a:pt x="41" y="774"/>
                      </a:cubicBezTo>
                      <a:cubicBezTo>
                        <a:pt x="61" y="800"/>
                        <a:pt x="91" y="812"/>
                        <a:pt x="123" y="812"/>
                      </a:cubicBezTo>
                      <a:cubicBezTo>
                        <a:pt x="156" y="812"/>
                        <a:pt x="190" y="800"/>
                        <a:pt x="220" y="774"/>
                      </a:cubicBezTo>
                      <a:cubicBezTo>
                        <a:pt x="638" y="426"/>
                        <a:pt x="1128" y="252"/>
                        <a:pt x="1583" y="252"/>
                      </a:cubicBezTo>
                      <a:cubicBezTo>
                        <a:pt x="2038" y="252"/>
                        <a:pt x="2458" y="426"/>
                        <a:pt x="2736" y="774"/>
                      </a:cubicBezTo>
                      <a:cubicBezTo>
                        <a:pt x="2756" y="800"/>
                        <a:pt x="2786" y="812"/>
                        <a:pt x="2819" y="812"/>
                      </a:cubicBezTo>
                      <a:cubicBezTo>
                        <a:pt x="2852" y="812"/>
                        <a:pt x="2887" y="800"/>
                        <a:pt x="2917" y="774"/>
                      </a:cubicBezTo>
                      <a:cubicBezTo>
                        <a:pt x="2976" y="726"/>
                        <a:pt x="2992" y="644"/>
                        <a:pt x="2952" y="593"/>
                      </a:cubicBezTo>
                      <a:lnTo>
                        <a:pt x="2952" y="593"/>
                      </a:lnTo>
                      <a:lnTo>
                        <a:pt x="2952" y="595"/>
                      </a:lnTo>
                      <a:cubicBezTo>
                        <a:pt x="2636" y="199"/>
                        <a:pt x="2155" y="0"/>
                        <a:pt x="1634" y="0"/>
                      </a:cubicBezTo>
                      <a:close/>
                      <a:moveTo>
                        <a:pt x="1528" y="521"/>
                      </a:moveTo>
                      <a:cubicBezTo>
                        <a:pt x="1141" y="521"/>
                        <a:pt x="725" y="668"/>
                        <a:pt x="371" y="962"/>
                      </a:cubicBezTo>
                      <a:cubicBezTo>
                        <a:pt x="313" y="1012"/>
                        <a:pt x="296" y="1092"/>
                        <a:pt x="336" y="1143"/>
                      </a:cubicBezTo>
                      <a:cubicBezTo>
                        <a:pt x="356" y="1167"/>
                        <a:pt x="386" y="1179"/>
                        <a:pt x="418" y="1179"/>
                      </a:cubicBezTo>
                      <a:cubicBezTo>
                        <a:pt x="451" y="1179"/>
                        <a:pt x="486" y="1167"/>
                        <a:pt x="517" y="1143"/>
                      </a:cubicBezTo>
                      <a:cubicBezTo>
                        <a:pt x="811" y="897"/>
                        <a:pt x="1157" y="773"/>
                        <a:pt x="1478" y="773"/>
                      </a:cubicBezTo>
                      <a:cubicBezTo>
                        <a:pt x="1799" y="773"/>
                        <a:pt x="2096" y="897"/>
                        <a:pt x="2293" y="1143"/>
                      </a:cubicBezTo>
                      <a:cubicBezTo>
                        <a:pt x="2313" y="1167"/>
                        <a:pt x="2343" y="1179"/>
                        <a:pt x="2376" y="1179"/>
                      </a:cubicBezTo>
                      <a:cubicBezTo>
                        <a:pt x="2408" y="1179"/>
                        <a:pt x="2443" y="1167"/>
                        <a:pt x="2472" y="1143"/>
                      </a:cubicBezTo>
                      <a:cubicBezTo>
                        <a:pt x="2531" y="1094"/>
                        <a:pt x="2548" y="1012"/>
                        <a:pt x="2508" y="962"/>
                      </a:cubicBezTo>
                      <a:cubicBezTo>
                        <a:pt x="2272" y="668"/>
                        <a:pt x="1915" y="521"/>
                        <a:pt x="1528" y="521"/>
                      </a:cubicBezTo>
                      <a:close/>
                      <a:moveTo>
                        <a:pt x="1424" y="1043"/>
                      </a:moveTo>
                      <a:cubicBezTo>
                        <a:pt x="1171" y="1043"/>
                        <a:pt x="899" y="1140"/>
                        <a:pt x="668" y="1332"/>
                      </a:cubicBezTo>
                      <a:cubicBezTo>
                        <a:pt x="609" y="1383"/>
                        <a:pt x="593" y="1463"/>
                        <a:pt x="633" y="1513"/>
                      </a:cubicBezTo>
                      <a:cubicBezTo>
                        <a:pt x="653" y="1538"/>
                        <a:pt x="683" y="1550"/>
                        <a:pt x="715" y="1550"/>
                      </a:cubicBezTo>
                      <a:cubicBezTo>
                        <a:pt x="747" y="1550"/>
                        <a:pt x="782" y="1538"/>
                        <a:pt x="811" y="1513"/>
                      </a:cubicBezTo>
                      <a:cubicBezTo>
                        <a:pt x="984" y="1369"/>
                        <a:pt x="1186" y="1297"/>
                        <a:pt x="1374" y="1297"/>
                      </a:cubicBezTo>
                      <a:cubicBezTo>
                        <a:pt x="1561" y="1297"/>
                        <a:pt x="1735" y="1369"/>
                        <a:pt x="1849" y="1513"/>
                      </a:cubicBezTo>
                      <a:cubicBezTo>
                        <a:pt x="1869" y="1538"/>
                        <a:pt x="1899" y="1550"/>
                        <a:pt x="1932" y="1550"/>
                      </a:cubicBezTo>
                      <a:cubicBezTo>
                        <a:pt x="1965" y="1550"/>
                        <a:pt x="2000" y="1538"/>
                        <a:pt x="2030" y="1513"/>
                      </a:cubicBezTo>
                      <a:cubicBezTo>
                        <a:pt x="2089" y="1463"/>
                        <a:pt x="2104" y="1383"/>
                        <a:pt x="2066" y="1332"/>
                      </a:cubicBezTo>
                      <a:cubicBezTo>
                        <a:pt x="1911" y="1140"/>
                        <a:pt x="1677" y="1043"/>
                        <a:pt x="1424" y="1043"/>
                      </a:cubicBezTo>
                      <a:close/>
                      <a:moveTo>
                        <a:pt x="1329" y="1521"/>
                      </a:moveTo>
                      <a:cubicBezTo>
                        <a:pt x="1198" y="1521"/>
                        <a:pt x="1057" y="1570"/>
                        <a:pt x="938" y="1669"/>
                      </a:cubicBezTo>
                      <a:cubicBezTo>
                        <a:pt x="879" y="1718"/>
                        <a:pt x="862" y="1800"/>
                        <a:pt x="902" y="1848"/>
                      </a:cubicBezTo>
                      <a:cubicBezTo>
                        <a:pt x="922" y="1873"/>
                        <a:pt x="952" y="1886"/>
                        <a:pt x="984" y="1886"/>
                      </a:cubicBezTo>
                      <a:cubicBezTo>
                        <a:pt x="1017" y="1886"/>
                        <a:pt x="1051" y="1873"/>
                        <a:pt x="1081" y="1848"/>
                      </a:cubicBezTo>
                      <a:cubicBezTo>
                        <a:pt x="1142" y="1798"/>
                        <a:pt x="1213" y="1772"/>
                        <a:pt x="1279" y="1772"/>
                      </a:cubicBezTo>
                      <a:cubicBezTo>
                        <a:pt x="1345" y="1772"/>
                        <a:pt x="1405" y="1798"/>
                        <a:pt x="1445" y="1848"/>
                      </a:cubicBezTo>
                      <a:cubicBezTo>
                        <a:pt x="1465" y="1873"/>
                        <a:pt x="1495" y="1886"/>
                        <a:pt x="1528" y="1886"/>
                      </a:cubicBezTo>
                      <a:cubicBezTo>
                        <a:pt x="1560" y="1886"/>
                        <a:pt x="1596" y="1873"/>
                        <a:pt x="1626" y="1848"/>
                      </a:cubicBezTo>
                      <a:cubicBezTo>
                        <a:pt x="1685" y="1800"/>
                        <a:pt x="1702" y="1720"/>
                        <a:pt x="1662" y="1669"/>
                      </a:cubicBezTo>
                      <a:cubicBezTo>
                        <a:pt x="1582" y="1570"/>
                        <a:pt x="1460" y="1521"/>
                        <a:pt x="1329" y="15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89" name="Google Shape;2289;p55"/>
                <p:cNvSpPr/>
                <p:nvPr/>
              </p:nvSpPr>
              <p:spPr>
                <a:xfrm>
                  <a:off x="-2615006" y="895809"/>
                  <a:ext cx="57609" cy="35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7" h="1659" extrusionOk="0">
                      <a:moveTo>
                        <a:pt x="331" y="0"/>
                      </a:moveTo>
                      <a:lnTo>
                        <a:pt x="1" y="1659"/>
                      </a:lnTo>
                      <a:lnTo>
                        <a:pt x="434" y="1659"/>
                      </a:lnTo>
                      <a:lnTo>
                        <a:pt x="765" y="0"/>
                      </a:lnTo>
                      <a:close/>
                      <a:moveTo>
                        <a:pt x="982" y="369"/>
                      </a:moveTo>
                      <a:lnTo>
                        <a:pt x="723" y="1659"/>
                      </a:lnTo>
                      <a:lnTo>
                        <a:pt x="1157" y="1659"/>
                      </a:lnTo>
                      <a:lnTo>
                        <a:pt x="1415" y="369"/>
                      </a:lnTo>
                      <a:close/>
                      <a:moveTo>
                        <a:pt x="1624" y="769"/>
                      </a:moveTo>
                      <a:lnTo>
                        <a:pt x="1447" y="1659"/>
                      </a:lnTo>
                      <a:lnTo>
                        <a:pt x="1881" y="1659"/>
                      </a:lnTo>
                      <a:lnTo>
                        <a:pt x="2058" y="769"/>
                      </a:lnTo>
                      <a:close/>
                      <a:moveTo>
                        <a:pt x="2253" y="1137"/>
                      </a:moveTo>
                      <a:lnTo>
                        <a:pt x="2148" y="1659"/>
                      </a:lnTo>
                      <a:lnTo>
                        <a:pt x="2582" y="1659"/>
                      </a:lnTo>
                      <a:lnTo>
                        <a:pt x="2687" y="113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0" name="Google Shape;2290;p55"/>
                <p:cNvSpPr/>
                <p:nvPr/>
              </p:nvSpPr>
              <p:spPr>
                <a:xfrm>
                  <a:off x="-2010012" y="893365"/>
                  <a:ext cx="53621" cy="38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" h="1799" extrusionOk="0">
                      <a:moveTo>
                        <a:pt x="368" y="0"/>
                      </a:moveTo>
                      <a:lnTo>
                        <a:pt x="263" y="243"/>
                      </a:lnTo>
                      <a:lnTo>
                        <a:pt x="1034" y="434"/>
                      </a:lnTo>
                      <a:lnTo>
                        <a:pt x="1139" y="194"/>
                      </a:lnTo>
                      <a:lnTo>
                        <a:pt x="368" y="0"/>
                      </a:lnTo>
                      <a:close/>
                      <a:moveTo>
                        <a:pt x="173" y="775"/>
                      </a:moveTo>
                      <a:lnTo>
                        <a:pt x="124" y="1024"/>
                      </a:lnTo>
                      <a:lnTo>
                        <a:pt x="956" y="1024"/>
                      </a:lnTo>
                      <a:lnTo>
                        <a:pt x="1004" y="775"/>
                      </a:lnTo>
                      <a:close/>
                      <a:moveTo>
                        <a:pt x="1427" y="15"/>
                      </a:moveTo>
                      <a:lnTo>
                        <a:pt x="1078" y="1767"/>
                      </a:lnTo>
                      <a:lnTo>
                        <a:pt x="1674" y="1449"/>
                      </a:lnTo>
                      <a:lnTo>
                        <a:pt x="1669" y="1466"/>
                      </a:lnTo>
                      <a:lnTo>
                        <a:pt x="2272" y="1466"/>
                      </a:lnTo>
                      <a:lnTo>
                        <a:pt x="2501" y="316"/>
                      </a:lnTo>
                      <a:lnTo>
                        <a:pt x="1899" y="316"/>
                      </a:lnTo>
                      <a:lnTo>
                        <a:pt x="1897" y="333"/>
                      </a:lnTo>
                      <a:lnTo>
                        <a:pt x="1427" y="15"/>
                      </a:lnTo>
                      <a:close/>
                      <a:moveTo>
                        <a:pt x="846" y="1365"/>
                      </a:moveTo>
                      <a:lnTo>
                        <a:pt x="0" y="1556"/>
                      </a:lnTo>
                      <a:lnTo>
                        <a:pt x="8" y="1798"/>
                      </a:lnTo>
                      <a:lnTo>
                        <a:pt x="857" y="1605"/>
                      </a:lnTo>
                      <a:lnTo>
                        <a:pt x="846" y="136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1" name="Google Shape;2291;p55"/>
                <p:cNvSpPr/>
                <p:nvPr/>
              </p:nvSpPr>
              <p:spPr>
                <a:xfrm>
                  <a:off x="-3277695" y="1023205"/>
                  <a:ext cx="1149120" cy="14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97" h="66524" extrusionOk="0">
                      <a:moveTo>
                        <a:pt x="52104" y="1"/>
                      </a:moveTo>
                      <a:lnTo>
                        <a:pt x="0" y="65031"/>
                      </a:lnTo>
                      <a:lnTo>
                        <a:pt x="1495" y="66523"/>
                      </a:lnTo>
                      <a:lnTo>
                        <a:pt x="40636" y="66523"/>
                      </a:lnTo>
                      <a:lnTo>
                        <a:pt x="53597" y="1493"/>
                      </a:lnTo>
                      <a:lnTo>
                        <a:pt x="5210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2" name="Google Shape;2292;p55"/>
                <p:cNvSpPr/>
                <p:nvPr/>
              </p:nvSpPr>
              <p:spPr>
                <a:xfrm>
                  <a:off x="-3277695" y="1023205"/>
                  <a:ext cx="1117131" cy="1394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05" h="65029" extrusionOk="0">
                      <a:moveTo>
                        <a:pt x="12961" y="1"/>
                      </a:moveTo>
                      <a:lnTo>
                        <a:pt x="0" y="65029"/>
                      </a:lnTo>
                      <a:lnTo>
                        <a:pt x="39141" y="65029"/>
                      </a:lnTo>
                      <a:lnTo>
                        <a:pt x="521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3" name="Google Shape;2293;p55"/>
                <p:cNvSpPr/>
                <p:nvPr/>
              </p:nvSpPr>
              <p:spPr>
                <a:xfrm>
                  <a:off x="-2999232" y="1137888"/>
                  <a:ext cx="669636" cy="615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33" h="28721" extrusionOk="0">
                      <a:moveTo>
                        <a:pt x="12190" y="0"/>
                      </a:moveTo>
                      <a:cubicBezTo>
                        <a:pt x="12183" y="0"/>
                        <a:pt x="12176" y="0"/>
                        <a:pt x="12168" y="1"/>
                      </a:cubicBezTo>
                      <a:lnTo>
                        <a:pt x="5727" y="1"/>
                      </a:lnTo>
                      <a:lnTo>
                        <a:pt x="4283" y="7245"/>
                      </a:lnTo>
                      <a:cubicBezTo>
                        <a:pt x="4259" y="7359"/>
                        <a:pt x="4333" y="7468"/>
                        <a:pt x="4447" y="7491"/>
                      </a:cubicBezTo>
                      <a:cubicBezTo>
                        <a:pt x="4459" y="7493"/>
                        <a:pt x="4473" y="7495"/>
                        <a:pt x="4487" y="7495"/>
                      </a:cubicBezTo>
                      <a:lnTo>
                        <a:pt x="4487" y="7495"/>
                      </a:lnTo>
                      <a:cubicBezTo>
                        <a:pt x="4586" y="7493"/>
                        <a:pt x="4672" y="7424"/>
                        <a:pt x="4691" y="7327"/>
                      </a:cubicBezTo>
                      <a:lnTo>
                        <a:pt x="6068" y="420"/>
                      </a:lnTo>
                      <a:lnTo>
                        <a:pt x="12168" y="420"/>
                      </a:lnTo>
                      <a:cubicBezTo>
                        <a:pt x="12176" y="421"/>
                        <a:pt x="12183" y="421"/>
                        <a:pt x="12190" y="421"/>
                      </a:cubicBezTo>
                      <a:cubicBezTo>
                        <a:pt x="12305" y="421"/>
                        <a:pt x="12400" y="329"/>
                        <a:pt x="12400" y="212"/>
                      </a:cubicBezTo>
                      <a:cubicBezTo>
                        <a:pt x="12400" y="93"/>
                        <a:pt x="12305" y="0"/>
                        <a:pt x="12190" y="0"/>
                      </a:cubicBezTo>
                      <a:close/>
                      <a:moveTo>
                        <a:pt x="24707" y="1"/>
                      </a:moveTo>
                      <a:cubicBezTo>
                        <a:pt x="24599" y="12"/>
                        <a:pt x="24517" y="102"/>
                        <a:pt x="24517" y="212"/>
                      </a:cubicBezTo>
                      <a:cubicBezTo>
                        <a:pt x="24517" y="319"/>
                        <a:pt x="24599" y="410"/>
                        <a:pt x="24707" y="420"/>
                      </a:cubicBezTo>
                      <a:lnTo>
                        <a:pt x="30723" y="420"/>
                      </a:lnTo>
                      <a:lnTo>
                        <a:pt x="29363" y="7245"/>
                      </a:lnTo>
                      <a:cubicBezTo>
                        <a:pt x="29340" y="7359"/>
                        <a:pt x="29414" y="7468"/>
                        <a:pt x="29527" y="7491"/>
                      </a:cubicBezTo>
                      <a:cubicBezTo>
                        <a:pt x="29540" y="7493"/>
                        <a:pt x="29554" y="7495"/>
                        <a:pt x="29569" y="7495"/>
                      </a:cubicBezTo>
                      <a:lnTo>
                        <a:pt x="29569" y="7495"/>
                      </a:lnTo>
                      <a:cubicBezTo>
                        <a:pt x="29667" y="7495"/>
                        <a:pt x="29753" y="7423"/>
                        <a:pt x="29774" y="7327"/>
                      </a:cubicBezTo>
                      <a:lnTo>
                        <a:pt x="31233" y="1"/>
                      </a:lnTo>
                      <a:close/>
                      <a:moveTo>
                        <a:pt x="4487" y="7495"/>
                      </a:moveTo>
                      <a:cubicBezTo>
                        <a:pt x="4487" y="7495"/>
                        <a:pt x="4487" y="7495"/>
                        <a:pt x="4487" y="7495"/>
                      </a:cubicBezTo>
                      <a:lnTo>
                        <a:pt x="4489" y="7495"/>
                      </a:lnTo>
                      <a:cubicBezTo>
                        <a:pt x="4488" y="7495"/>
                        <a:pt x="4488" y="7495"/>
                        <a:pt x="4487" y="7495"/>
                      </a:cubicBezTo>
                      <a:close/>
                      <a:moveTo>
                        <a:pt x="29569" y="7495"/>
                      </a:moveTo>
                      <a:lnTo>
                        <a:pt x="29569" y="7495"/>
                      </a:lnTo>
                      <a:cubicBezTo>
                        <a:pt x="29568" y="7495"/>
                        <a:pt x="29568" y="7495"/>
                        <a:pt x="29567" y="7495"/>
                      </a:cubicBezTo>
                      <a:lnTo>
                        <a:pt x="29570" y="7495"/>
                      </a:lnTo>
                      <a:cubicBezTo>
                        <a:pt x="29569" y="7495"/>
                        <a:pt x="29569" y="7495"/>
                        <a:pt x="29569" y="7495"/>
                      </a:cubicBezTo>
                      <a:close/>
                      <a:moveTo>
                        <a:pt x="1663" y="21244"/>
                      </a:moveTo>
                      <a:cubicBezTo>
                        <a:pt x="1573" y="21244"/>
                        <a:pt x="1489" y="21304"/>
                        <a:pt x="1462" y="21394"/>
                      </a:cubicBezTo>
                      <a:lnTo>
                        <a:pt x="1" y="28719"/>
                      </a:lnTo>
                      <a:lnTo>
                        <a:pt x="6527" y="28719"/>
                      </a:lnTo>
                      <a:cubicBezTo>
                        <a:pt x="6634" y="28709"/>
                        <a:pt x="6716" y="28618"/>
                        <a:pt x="6716" y="28511"/>
                      </a:cubicBezTo>
                      <a:cubicBezTo>
                        <a:pt x="6716" y="28402"/>
                        <a:pt x="6634" y="28311"/>
                        <a:pt x="6527" y="28301"/>
                      </a:cubicBezTo>
                      <a:lnTo>
                        <a:pt x="512" y="28301"/>
                      </a:lnTo>
                      <a:lnTo>
                        <a:pt x="1872" y="21476"/>
                      </a:lnTo>
                      <a:cubicBezTo>
                        <a:pt x="1883" y="21368"/>
                        <a:pt x="1811" y="21269"/>
                        <a:pt x="1704" y="21248"/>
                      </a:cubicBezTo>
                      <a:cubicBezTo>
                        <a:pt x="1690" y="21246"/>
                        <a:pt x="1677" y="21244"/>
                        <a:pt x="1663" y="21244"/>
                      </a:cubicBezTo>
                      <a:close/>
                      <a:moveTo>
                        <a:pt x="26749" y="21204"/>
                      </a:moveTo>
                      <a:cubicBezTo>
                        <a:pt x="26643" y="21204"/>
                        <a:pt x="26552" y="21284"/>
                        <a:pt x="26542" y="21394"/>
                      </a:cubicBezTo>
                      <a:lnTo>
                        <a:pt x="25166" y="28301"/>
                      </a:lnTo>
                      <a:lnTo>
                        <a:pt x="19067" y="28301"/>
                      </a:lnTo>
                      <a:cubicBezTo>
                        <a:pt x="19060" y="28300"/>
                        <a:pt x="19052" y="28299"/>
                        <a:pt x="19045" y="28299"/>
                      </a:cubicBezTo>
                      <a:cubicBezTo>
                        <a:pt x="18930" y="28299"/>
                        <a:pt x="18835" y="28392"/>
                        <a:pt x="18835" y="28509"/>
                      </a:cubicBezTo>
                      <a:cubicBezTo>
                        <a:pt x="18835" y="28626"/>
                        <a:pt x="18931" y="28721"/>
                        <a:pt x="19046" y="28721"/>
                      </a:cubicBezTo>
                      <a:cubicBezTo>
                        <a:pt x="19053" y="28721"/>
                        <a:pt x="19060" y="28720"/>
                        <a:pt x="19067" y="28719"/>
                      </a:cubicBezTo>
                      <a:lnTo>
                        <a:pt x="25511" y="28719"/>
                      </a:lnTo>
                      <a:lnTo>
                        <a:pt x="26953" y="21476"/>
                      </a:lnTo>
                      <a:cubicBezTo>
                        <a:pt x="26989" y="21356"/>
                        <a:pt x="26915" y="21231"/>
                        <a:pt x="26793" y="21208"/>
                      </a:cubicBezTo>
                      <a:cubicBezTo>
                        <a:pt x="26778" y="21205"/>
                        <a:pt x="26764" y="21204"/>
                        <a:pt x="26749" y="2120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4" name="Google Shape;2294;p55"/>
                <p:cNvSpPr/>
                <p:nvPr/>
              </p:nvSpPr>
              <p:spPr>
                <a:xfrm>
                  <a:off x="-3030235" y="1810847"/>
                  <a:ext cx="573627" cy="94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55" h="4420" extrusionOk="0">
                      <a:moveTo>
                        <a:pt x="880" y="1"/>
                      </a:moveTo>
                      <a:lnTo>
                        <a:pt x="1" y="4419"/>
                      </a:lnTo>
                      <a:lnTo>
                        <a:pt x="25873" y="4419"/>
                      </a:lnTo>
                      <a:lnTo>
                        <a:pt x="2675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5" name="Google Shape;2295;p55"/>
                <p:cNvSpPr/>
                <p:nvPr/>
              </p:nvSpPr>
              <p:spPr>
                <a:xfrm>
                  <a:off x="-3053561" y="1927759"/>
                  <a:ext cx="573670" cy="9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57" h="4421" extrusionOk="0">
                      <a:moveTo>
                        <a:pt x="882" y="0"/>
                      </a:moveTo>
                      <a:lnTo>
                        <a:pt x="0" y="4421"/>
                      </a:lnTo>
                      <a:lnTo>
                        <a:pt x="25874" y="4421"/>
                      </a:lnTo>
                      <a:lnTo>
                        <a:pt x="267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6" name="Google Shape;2296;p55"/>
                <p:cNvSpPr/>
                <p:nvPr/>
              </p:nvSpPr>
              <p:spPr>
                <a:xfrm>
                  <a:off x="-3012868" y="2114030"/>
                  <a:ext cx="411026" cy="129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1" h="6049" extrusionOk="0">
                      <a:moveTo>
                        <a:pt x="3340" y="0"/>
                      </a:moveTo>
                      <a:cubicBezTo>
                        <a:pt x="1898" y="0"/>
                        <a:pt x="656" y="1019"/>
                        <a:pt x="374" y="2434"/>
                      </a:cubicBezTo>
                      <a:cubicBezTo>
                        <a:pt x="1" y="4305"/>
                        <a:pt x="1432" y="6048"/>
                        <a:pt x="3340" y="6048"/>
                      </a:cubicBezTo>
                      <a:lnTo>
                        <a:pt x="15832" y="6048"/>
                      </a:lnTo>
                      <a:cubicBezTo>
                        <a:pt x="17274" y="6048"/>
                        <a:pt x="18516" y="5029"/>
                        <a:pt x="18798" y="3617"/>
                      </a:cubicBezTo>
                      <a:cubicBezTo>
                        <a:pt x="19170" y="1745"/>
                        <a:pt x="17739" y="0"/>
                        <a:pt x="158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97" name="Google Shape;2297;p55"/>
                <p:cNvSpPr/>
                <p:nvPr/>
              </p:nvSpPr>
              <p:spPr>
                <a:xfrm>
                  <a:off x="-2898357" y="1205853"/>
                  <a:ext cx="409397" cy="486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5" h="22685" extrusionOk="0">
                      <a:moveTo>
                        <a:pt x="13380" y="0"/>
                      </a:moveTo>
                      <a:cubicBezTo>
                        <a:pt x="12914" y="0"/>
                        <a:pt x="12425" y="23"/>
                        <a:pt x="11916" y="69"/>
                      </a:cubicBezTo>
                      <a:cubicBezTo>
                        <a:pt x="8110" y="412"/>
                        <a:pt x="6746" y="4399"/>
                        <a:pt x="6746" y="4399"/>
                      </a:cubicBezTo>
                      <a:cubicBezTo>
                        <a:pt x="4870" y="11009"/>
                        <a:pt x="7268" y="13287"/>
                        <a:pt x="7617" y="14226"/>
                      </a:cubicBezTo>
                      <a:cubicBezTo>
                        <a:pt x="7969" y="15167"/>
                        <a:pt x="7661" y="15611"/>
                        <a:pt x="6969" y="16396"/>
                      </a:cubicBezTo>
                      <a:cubicBezTo>
                        <a:pt x="6274" y="17182"/>
                        <a:pt x="3173" y="16948"/>
                        <a:pt x="1946" y="18114"/>
                      </a:cubicBezTo>
                      <a:cubicBezTo>
                        <a:pt x="716" y="19280"/>
                        <a:pt x="1" y="22684"/>
                        <a:pt x="1" y="22684"/>
                      </a:cubicBezTo>
                      <a:lnTo>
                        <a:pt x="17478" y="22684"/>
                      </a:lnTo>
                      <a:cubicBezTo>
                        <a:pt x="17478" y="22684"/>
                        <a:pt x="17429" y="20306"/>
                        <a:pt x="17113" y="18735"/>
                      </a:cubicBezTo>
                      <a:cubicBezTo>
                        <a:pt x="16798" y="17165"/>
                        <a:pt x="13739" y="17057"/>
                        <a:pt x="13029" y="16598"/>
                      </a:cubicBezTo>
                      <a:cubicBezTo>
                        <a:pt x="12320" y="16139"/>
                        <a:pt x="12941" y="15758"/>
                        <a:pt x="13469" y="14630"/>
                      </a:cubicBezTo>
                      <a:cubicBezTo>
                        <a:pt x="13998" y="13504"/>
                        <a:pt x="16471" y="11856"/>
                        <a:pt x="17240" y="9950"/>
                      </a:cubicBezTo>
                      <a:cubicBezTo>
                        <a:pt x="18008" y="8045"/>
                        <a:pt x="19094" y="5092"/>
                        <a:pt x="18734" y="2877"/>
                      </a:cubicBezTo>
                      <a:cubicBezTo>
                        <a:pt x="18424" y="957"/>
                        <a:pt x="16393" y="0"/>
                        <a:pt x="1338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2299" name="Google Shape;2299;p55"/>
            <p:cNvGrpSpPr/>
            <p:nvPr/>
          </p:nvGrpSpPr>
          <p:grpSpPr>
            <a:xfrm>
              <a:off x="770699" y="1260745"/>
              <a:ext cx="1564831" cy="3239698"/>
              <a:chOff x="-4699296" y="873275"/>
              <a:chExt cx="1715071" cy="3550743"/>
            </a:xfrm>
          </p:grpSpPr>
          <p:sp>
            <p:nvSpPr>
              <p:cNvPr id="2300" name="Google Shape;2300;p55"/>
              <p:cNvSpPr/>
              <p:nvPr/>
            </p:nvSpPr>
            <p:spPr>
              <a:xfrm>
                <a:off x="-4439550" y="1560727"/>
                <a:ext cx="386370" cy="1145689"/>
              </a:xfrm>
              <a:custGeom>
                <a:avLst/>
                <a:gdLst/>
                <a:ahLst/>
                <a:cxnLst/>
                <a:rect l="l" t="t" r="r" b="b"/>
                <a:pathLst>
                  <a:path w="18021" h="53437" extrusionOk="0">
                    <a:moveTo>
                      <a:pt x="12718" y="0"/>
                    </a:moveTo>
                    <a:cubicBezTo>
                      <a:pt x="12718" y="0"/>
                      <a:pt x="3352" y="16353"/>
                      <a:pt x="1676" y="20361"/>
                    </a:cubicBezTo>
                    <a:cubicBezTo>
                      <a:pt x="1" y="24367"/>
                      <a:pt x="93" y="24154"/>
                      <a:pt x="47" y="25710"/>
                    </a:cubicBezTo>
                    <a:cubicBezTo>
                      <a:pt x="1" y="27264"/>
                      <a:pt x="7941" y="48987"/>
                      <a:pt x="8859" y="50004"/>
                    </a:cubicBezTo>
                    <a:cubicBezTo>
                      <a:pt x="9578" y="50804"/>
                      <a:pt x="10505" y="50890"/>
                      <a:pt x="10869" y="50890"/>
                    </a:cubicBezTo>
                    <a:cubicBezTo>
                      <a:pt x="10968" y="50890"/>
                      <a:pt x="11025" y="50883"/>
                      <a:pt x="11025" y="50883"/>
                    </a:cubicBezTo>
                    <a:lnTo>
                      <a:pt x="12126" y="53437"/>
                    </a:lnTo>
                    <a:lnTo>
                      <a:pt x="18021" y="52467"/>
                    </a:lnTo>
                    <a:lnTo>
                      <a:pt x="17566" y="50374"/>
                    </a:lnTo>
                    <a:lnTo>
                      <a:pt x="15419" y="703"/>
                    </a:lnTo>
                    <a:lnTo>
                      <a:pt x="1271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1" name="Google Shape;2301;p55"/>
              <p:cNvSpPr/>
              <p:nvPr/>
            </p:nvSpPr>
            <p:spPr>
              <a:xfrm>
                <a:off x="-3213118" y="1584998"/>
                <a:ext cx="72767" cy="203530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9493" extrusionOk="0">
                    <a:moveTo>
                      <a:pt x="2516" y="1"/>
                    </a:moveTo>
                    <a:cubicBezTo>
                      <a:pt x="2296" y="1"/>
                      <a:pt x="2112" y="158"/>
                      <a:pt x="2108" y="504"/>
                    </a:cubicBezTo>
                    <a:cubicBezTo>
                      <a:pt x="2097" y="1287"/>
                      <a:pt x="407" y="4988"/>
                      <a:pt x="203" y="5998"/>
                    </a:cubicBezTo>
                    <a:cubicBezTo>
                      <a:pt x="0" y="7009"/>
                      <a:pt x="129" y="9493"/>
                      <a:pt x="129" y="9493"/>
                    </a:cubicBezTo>
                    <a:lnTo>
                      <a:pt x="2781" y="4339"/>
                    </a:lnTo>
                    <a:cubicBezTo>
                      <a:pt x="2781" y="4339"/>
                      <a:pt x="3394" y="1487"/>
                      <a:pt x="3221" y="693"/>
                    </a:cubicBezTo>
                    <a:cubicBezTo>
                      <a:pt x="3124" y="252"/>
                      <a:pt x="2792" y="1"/>
                      <a:pt x="2516" y="1"/>
                    </a:cubicBezTo>
                    <a:close/>
                  </a:path>
                </a:pathLst>
              </a:custGeom>
              <a:solidFill>
                <a:srgbClr val="FFC5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2" name="Google Shape;2302;p55"/>
              <p:cNvSpPr/>
              <p:nvPr/>
            </p:nvSpPr>
            <p:spPr>
              <a:xfrm>
                <a:off x="-4699296" y="3886710"/>
                <a:ext cx="531390" cy="502446"/>
              </a:xfrm>
              <a:custGeom>
                <a:avLst/>
                <a:gdLst/>
                <a:ahLst/>
                <a:cxnLst/>
                <a:rect l="l" t="t" r="r" b="b"/>
                <a:pathLst>
                  <a:path w="24785" h="23435" extrusionOk="0">
                    <a:moveTo>
                      <a:pt x="7535" y="1"/>
                    </a:moveTo>
                    <a:cubicBezTo>
                      <a:pt x="7535" y="1"/>
                      <a:pt x="7278" y="937"/>
                      <a:pt x="4895" y="5493"/>
                    </a:cubicBezTo>
                    <a:cubicBezTo>
                      <a:pt x="1861" y="7581"/>
                      <a:pt x="0" y="11114"/>
                      <a:pt x="0" y="11114"/>
                    </a:cubicBezTo>
                    <a:lnTo>
                      <a:pt x="21342" y="23435"/>
                    </a:lnTo>
                    <a:cubicBezTo>
                      <a:pt x="24785" y="16094"/>
                      <a:pt x="14481" y="9744"/>
                      <a:pt x="13424" y="9744"/>
                    </a:cubicBezTo>
                    <a:cubicBezTo>
                      <a:pt x="13388" y="9744"/>
                      <a:pt x="13363" y="9751"/>
                      <a:pt x="13349" y="9766"/>
                    </a:cubicBezTo>
                    <a:lnTo>
                      <a:pt x="15077" y="5598"/>
                    </a:lnTo>
                    <a:lnTo>
                      <a:pt x="753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3" name="Google Shape;2303;p55"/>
              <p:cNvSpPr/>
              <p:nvPr/>
            </p:nvSpPr>
            <p:spPr>
              <a:xfrm>
                <a:off x="-4594304" y="3886710"/>
                <a:ext cx="218281" cy="226278"/>
              </a:xfrm>
              <a:custGeom>
                <a:avLst/>
                <a:gdLst/>
                <a:ahLst/>
                <a:cxnLst/>
                <a:rect l="l" t="t" r="r" b="b"/>
                <a:pathLst>
                  <a:path w="10181" h="10554" extrusionOk="0">
                    <a:moveTo>
                      <a:pt x="2638" y="1"/>
                    </a:moveTo>
                    <a:cubicBezTo>
                      <a:pt x="2638" y="1"/>
                      <a:pt x="2381" y="935"/>
                      <a:pt x="0" y="5493"/>
                    </a:cubicBezTo>
                    <a:cubicBezTo>
                      <a:pt x="2600" y="9584"/>
                      <a:pt x="4803" y="10554"/>
                      <a:pt x="6308" y="10554"/>
                    </a:cubicBezTo>
                    <a:cubicBezTo>
                      <a:pt x="7664" y="10554"/>
                      <a:pt x="8452" y="9766"/>
                      <a:pt x="8452" y="9766"/>
                    </a:cubicBezTo>
                    <a:lnTo>
                      <a:pt x="10180" y="5598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4" name="Google Shape;2304;p55"/>
              <p:cNvSpPr/>
              <p:nvPr/>
            </p:nvSpPr>
            <p:spPr>
              <a:xfrm>
                <a:off x="-4679314" y="4079885"/>
                <a:ext cx="453006" cy="263326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2282" extrusionOk="0">
                    <a:moveTo>
                      <a:pt x="298" y="0"/>
                    </a:moveTo>
                    <a:cubicBezTo>
                      <a:pt x="115" y="0"/>
                      <a:pt x="0" y="257"/>
                      <a:pt x="180" y="386"/>
                    </a:cubicBezTo>
                    <a:lnTo>
                      <a:pt x="20737" y="12252"/>
                    </a:lnTo>
                    <a:cubicBezTo>
                      <a:pt x="20768" y="12271"/>
                      <a:pt x="20804" y="12282"/>
                      <a:pt x="20842" y="12282"/>
                    </a:cubicBezTo>
                    <a:cubicBezTo>
                      <a:pt x="21052" y="12278"/>
                      <a:pt x="21128" y="12000"/>
                      <a:pt x="20947" y="11890"/>
                    </a:cubicBezTo>
                    <a:lnTo>
                      <a:pt x="391" y="22"/>
                    </a:lnTo>
                    <a:cubicBezTo>
                      <a:pt x="358" y="7"/>
                      <a:pt x="327" y="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5" name="Google Shape;2305;p55"/>
              <p:cNvSpPr/>
              <p:nvPr/>
            </p:nvSpPr>
            <p:spPr>
              <a:xfrm>
                <a:off x="-4436034" y="4101239"/>
                <a:ext cx="140947" cy="128833"/>
              </a:xfrm>
              <a:custGeom>
                <a:avLst/>
                <a:gdLst/>
                <a:ahLst/>
                <a:cxnLst/>
                <a:rect l="l" t="t" r="r" b="b"/>
                <a:pathLst>
                  <a:path w="6574" h="6009" extrusionOk="0">
                    <a:moveTo>
                      <a:pt x="2822" y="1"/>
                    </a:moveTo>
                    <a:cubicBezTo>
                      <a:pt x="2770" y="1"/>
                      <a:pt x="2718" y="20"/>
                      <a:pt x="2676" y="59"/>
                    </a:cubicBezTo>
                    <a:cubicBezTo>
                      <a:pt x="2226" y="413"/>
                      <a:pt x="1" y="2234"/>
                      <a:pt x="348" y="3251"/>
                    </a:cubicBezTo>
                    <a:cubicBezTo>
                      <a:pt x="645" y="4116"/>
                      <a:pt x="2472" y="5537"/>
                      <a:pt x="3405" y="5903"/>
                    </a:cubicBezTo>
                    <a:cubicBezTo>
                      <a:pt x="3584" y="5973"/>
                      <a:pt x="3731" y="6008"/>
                      <a:pt x="3855" y="6008"/>
                    </a:cubicBezTo>
                    <a:cubicBezTo>
                      <a:pt x="3859" y="6008"/>
                      <a:pt x="3863" y="6009"/>
                      <a:pt x="3867" y="6009"/>
                    </a:cubicBezTo>
                    <a:cubicBezTo>
                      <a:pt x="3943" y="6009"/>
                      <a:pt x="4017" y="5990"/>
                      <a:pt x="4085" y="5954"/>
                    </a:cubicBezTo>
                    <a:cubicBezTo>
                      <a:pt x="4634" y="5661"/>
                      <a:pt x="6289" y="3478"/>
                      <a:pt x="6476" y="3230"/>
                    </a:cubicBezTo>
                    <a:cubicBezTo>
                      <a:pt x="6574" y="3070"/>
                      <a:pt x="6439" y="2907"/>
                      <a:pt x="6292" y="2907"/>
                    </a:cubicBezTo>
                    <a:cubicBezTo>
                      <a:pt x="6240" y="2907"/>
                      <a:pt x="6186" y="2928"/>
                      <a:pt x="6141" y="2977"/>
                    </a:cubicBezTo>
                    <a:cubicBezTo>
                      <a:pt x="5455" y="3886"/>
                      <a:pt x="4238" y="5398"/>
                      <a:pt x="3889" y="5585"/>
                    </a:cubicBezTo>
                    <a:cubicBezTo>
                      <a:pt x="3889" y="5585"/>
                      <a:pt x="3879" y="5589"/>
                      <a:pt x="3855" y="5589"/>
                    </a:cubicBezTo>
                    <a:cubicBezTo>
                      <a:pt x="3800" y="5589"/>
                      <a:pt x="3668" y="5570"/>
                      <a:pt x="3407" y="5446"/>
                    </a:cubicBezTo>
                    <a:cubicBezTo>
                      <a:pt x="2479" y="5013"/>
                      <a:pt x="965" y="3756"/>
                      <a:pt x="746" y="3116"/>
                    </a:cubicBezTo>
                    <a:cubicBezTo>
                      <a:pt x="559" y="2573"/>
                      <a:pt x="1914" y="1194"/>
                      <a:pt x="2935" y="388"/>
                    </a:cubicBezTo>
                    <a:cubicBezTo>
                      <a:pt x="3041" y="322"/>
                      <a:pt x="3066" y="179"/>
                      <a:pt x="2988" y="80"/>
                    </a:cubicBezTo>
                    <a:cubicBezTo>
                      <a:pt x="2946" y="28"/>
                      <a:pt x="2884" y="1"/>
                      <a:pt x="28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6" name="Google Shape;2306;p55"/>
              <p:cNvSpPr/>
              <p:nvPr/>
            </p:nvSpPr>
            <p:spPr>
              <a:xfrm>
                <a:off x="-4396091" y="4124501"/>
                <a:ext cx="72146" cy="64770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021" extrusionOk="0">
                    <a:moveTo>
                      <a:pt x="2081" y="0"/>
                    </a:moveTo>
                    <a:cubicBezTo>
                      <a:pt x="2033" y="0"/>
                      <a:pt x="1985" y="16"/>
                      <a:pt x="1946" y="50"/>
                    </a:cubicBezTo>
                    <a:cubicBezTo>
                      <a:pt x="1357" y="469"/>
                      <a:pt x="1" y="1509"/>
                      <a:pt x="91" y="2100"/>
                    </a:cubicBezTo>
                    <a:cubicBezTo>
                      <a:pt x="148" y="2439"/>
                      <a:pt x="359" y="2732"/>
                      <a:pt x="662" y="2894"/>
                    </a:cubicBezTo>
                    <a:cubicBezTo>
                      <a:pt x="809" y="2976"/>
                      <a:pt x="973" y="3020"/>
                      <a:pt x="1144" y="3020"/>
                    </a:cubicBezTo>
                    <a:cubicBezTo>
                      <a:pt x="1268" y="3020"/>
                      <a:pt x="1392" y="2995"/>
                      <a:pt x="1508" y="2945"/>
                    </a:cubicBezTo>
                    <a:cubicBezTo>
                      <a:pt x="1999" y="2726"/>
                      <a:pt x="3146" y="1385"/>
                      <a:pt x="3274" y="1233"/>
                    </a:cubicBezTo>
                    <a:cubicBezTo>
                      <a:pt x="3365" y="1147"/>
                      <a:pt x="3361" y="1001"/>
                      <a:pt x="3266" y="921"/>
                    </a:cubicBezTo>
                    <a:cubicBezTo>
                      <a:pt x="3226" y="888"/>
                      <a:pt x="3177" y="871"/>
                      <a:pt x="3129" y="871"/>
                    </a:cubicBezTo>
                    <a:cubicBezTo>
                      <a:pt x="3063" y="871"/>
                      <a:pt x="2998" y="902"/>
                      <a:pt x="2956" y="961"/>
                    </a:cubicBezTo>
                    <a:cubicBezTo>
                      <a:pt x="2491" y="1509"/>
                      <a:pt x="1641" y="2427"/>
                      <a:pt x="1335" y="2561"/>
                    </a:cubicBezTo>
                    <a:cubicBezTo>
                      <a:pt x="1275" y="2589"/>
                      <a:pt x="1209" y="2603"/>
                      <a:pt x="1141" y="2603"/>
                    </a:cubicBezTo>
                    <a:cubicBezTo>
                      <a:pt x="1049" y="2603"/>
                      <a:pt x="953" y="2577"/>
                      <a:pt x="862" y="2528"/>
                    </a:cubicBezTo>
                    <a:cubicBezTo>
                      <a:pt x="672" y="2427"/>
                      <a:pt x="542" y="2246"/>
                      <a:pt x="506" y="2037"/>
                    </a:cubicBezTo>
                    <a:cubicBezTo>
                      <a:pt x="474" y="1827"/>
                      <a:pt x="1274" y="1044"/>
                      <a:pt x="2188" y="393"/>
                    </a:cubicBezTo>
                    <a:cubicBezTo>
                      <a:pt x="2293" y="330"/>
                      <a:pt x="2323" y="189"/>
                      <a:pt x="2253" y="88"/>
                    </a:cubicBezTo>
                    <a:cubicBezTo>
                      <a:pt x="2212" y="31"/>
                      <a:pt x="2146" y="0"/>
                      <a:pt x="20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7" name="Google Shape;2307;p55"/>
              <p:cNvSpPr/>
              <p:nvPr/>
            </p:nvSpPr>
            <p:spPr>
              <a:xfrm>
                <a:off x="-4574729" y="2725670"/>
                <a:ext cx="736936" cy="1368815"/>
              </a:xfrm>
              <a:custGeom>
                <a:avLst/>
                <a:gdLst/>
                <a:ahLst/>
                <a:cxnLst/>
                <a:rect l="l" t="t" r="r" b="b"/>
                <a:pathLst>
                  <a:path w="34372" h="63844" extrusionOk="0">
                    <a:moveTo>
                      <a:pt x="26374" y="1"/>
                    </a:moveTo>
                    <a:lnTo>
                      <a:pt x="19423" y="1611"/>
                    </a:lnTo>
                    <a:lnTo>
                      <a:pt x="13236" y="35310"/>
                    </a:lnTo>
                    <a:lnTo>
                      <a:pt x="1" y="56149"/>
                    </a:lnTo>
                    <a:lnTo>
                      <a:pt x="12747" y="63844"/>
                    </a:lnTo>
                    <a:cubicBezTo>
                      <a:pt x="12747" y="63844"/>
                      <a:pt x="29018" y="42512"/>
                      <a:pt x="29816" y="40287"/>
                    </a:cubicBezTo>
                    <a:cubicBezTo>
                      <a:pt x="30614" y="38062"/>
                      <a:pt x="34371" y="23810"/>
                      <a:pt x="34371" y="23810"/>
                    </a:cubicBezTo>
                    <a:lnTo>
                      <a:pt x="26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8" name="Google Shape;2308;p55"/>
              <p:cNvSpPr/>
              <p:nvPr/>
            </p:nvSpPr>
            <p:spPr>
              <a:xfrm>
                <a:off x="-3854645" y="4136894"/>
                <a:ext cx="531648" cy="287124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3392" extrusionOk="0">
                    <a:moveTo>
                      <a:pt x="1124" y="0"/>
                    </a:moveTo>
                    <a:lnTo>
                      <a:pt x="1124" y="0"/>
                    </a:lnTo>
                    <a:cubicBezTo>
                      <a:pt x="1124" y="0"/>
                      <a:pt x="1368" y="939"/>
                      <a:pt x="1585" y="6076"/>
                    </a:cubicBezTo>
                    <a:cubicBezTo>
                      <a:pt x="0" y="9402"/>
                      <a:pt x="156" y="13391"/>
                      <a:pt x="156" y="13391"/>
                    </a:cubicBezTo>
                    <a:lnTo>
                      <a:pt x="24796" y="13391"/>
                    </a:lnTo>
                    <a:cubicBezTo>
                      <a:pt x="24232" y="6749"/>
                      <a:pt x="15951" y="5333"/>
                      <a:pt x="12516" y="5333"/>
                    </a:cubicBezTo>
                    <a:cubicBezTo>
                      <a:pt x="11631" y="5333"/>
                      <a:pt x="11068" y="5427"/>
                      <a:pt x="11042" y="5550"/>
                    </a:cubicBezTo>
                    <a:lnTo>
                      <a:pt x="10454" y="1076"/>
                    </a:lnTo>
                    <a:lnTo>
                      <a:pt x="11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9" name="Google Shape;2309;p55"/>
              <p:cNvSpPr/>
              <p:nvPr/>
            </p:nvSpPr>
            <p:spPr>
              <a:xfrm>
                <a:off x="-3830547" y="4136894"/>
                <a:ext cx="212599" cy="168218"/>
              </a:xfrm>
              <a:custGeom>
                <a:avLst/>
                <a:gdLst/>
                <a:ahLst/>
                <a:cxnLst/>
                <a:rect l="l" t="t" r="r" b="b"/>
                <a:pathLst>
                  <a:path w="9916" h="784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244" y="939"/>
                      <a:pt x="461" y="6078"/>
                    </a:cubicBezTo>
                    <a:cubicBezTo>
                      <a:pt x="2977" y="7391"/>
                      <a:pt x="4841" y="7845"/>
                      <a:pt x="6214" y="7845"/>
                    </a:cubicBezTo>
                    <a:cubicBezTo>
                      <a:pt x="9300" y="7845"/>
                      <a:pt x="9915" y="5552"/>
                      <a:pt x="9915" y="5552"/>
                    </a:cubicBezTo>
                    <a:lnTo>
                      <a:pt x="9330" y="10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0" name="Google Shape;2310;p55"/>
              <p:cNvSpPr/>
              <p:nvPr/>
            </p:nvSpPr>
            <p:spPr>
              <a:xfrm>
                <a:off x="-3853209" y="4371168"/>
                <a:ext cx="517969" cy="9048"/>
              </a:xfrm>
              <a:custGeom>
                <a:avLst/>
                <a:gdLst/>
                <a:ahLst/>
                <a:cxnLst/>
                <a:rect l="l" t="t" r="r" b="b"/>
                <a:pathLst>
                  <a:path w="24159" h="422" extrusionOk="0">
                    <a:moveTo>
                      <a:pt x="23949" y="0"/>
                    </a:moveTo>
                    <a:cubicBezTo>
                      <a:pt x="23942" y="0"/>
                      <a:pt x="23935" y="0"/>
                      <a:pt x="23927" y="1"/>
                    </a:cubicBezTo>
                    <a:lnTo>
                      <a:pt x="192" y="1"/>
                    </a:lnTo>
                    <a:cubicBezTo>
                      <a:pt x="83" y="12"/>
                      <a:pt x="0" y="102"/>
                      <a:pt x="0" y="212"/>
                    </a:cubicBezTo>
                    <a:cubicBezTo>
                      <a:pt x="0" y="319"/>
                      <a:pt x="83" y="410"/>
                      <a:pt x="192" y="420"/>
                    </a:cubicBezTo>
                    <a:lnTo>
                      <a:pt x="23927" y="420"/>
                    </a:lnTo>
                    <a:cubicBezTo>
                      <a:pt x="23935" y="421"/>
                      <a:pt x="23942" y="421"/>
                      <a:pt x="23949" y="421"/>
                    </a:cubicBezTo>
                    <a:cubicBezTo>
                      <a:pt x="24064" y="421"/>
                      <a:pt x="24159" y="329"/>
                      <a:pt x="24159" y="212"/>
                    </a:cubicBezTo>
                    <a:cubicBezTo>
                      <a:pt x="24159" y="93"/>
                      <a:pt x="24064" y="0"/>
                      <a:pt x="239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1" name="Google Shape;2311;p55"/>
              <p:cNvSpPr/>
              <p:nvPr/>
            </p:nvSpPr>
            <p:spPr>
              <a:xfrm>
                <a:off x="-4221591" y="2422015"/>
                <a:ext cx="689039" cy="1792384"/>
              </a:xfrm>
              <a:custGeom>
                <a:avLst/>
                <a:gdLst/>
                <a:ahLst/>
                <a:cxnLst/>
                <a:rect l="l" t="t" r="r" b="b"/>
                <a:pathLst>
                  <a:path w="32138" h="83600" extrusionOk="0">
                    <a:moveTo>
                      <a:pt x="745" y="1"/>
                    </a:moveTo>
                    <a:cubicBezTo>
                      <a:pt x="745" y="1"/>
                      <a:pt x="0" y="10655"/>
                      <a:pt x="535" y="13271"/>
                    </a:cubicBezTo>
                    <a:cubicBezTo>
                      <a:pt x="1072" y="15890"/>
                      <a:pt x="5063" y="20170"/>
                      <a:pt x="7707" y="21753"/>
                    </a:cubicBezTo>
                    <a:cubicBezTo>
                      <a:pt x="10351" y="23336"/>
                      <a:pt x="10168" y="23193"/>
                      <a:pt x="10966" y="26125"/>
                    </a:cubicBezTo>
                    <a:cubicBezTo>
                      <a:pt x="11766" y="29058"/>
                      <a:pt x="15726" y="54359"/>
                      <a:pt x="15726" y="54359"/>
                    </a:cubicBezTo>
                    <a:cubicBezTo>
                      <a:pt x="15281" y="64108"/>
                      <a:pt x="16073" y="73862"/>
                      <a:pt x="16484" y="83600"/>
                    </a:cubicBezTo>
                    <a:lnTo>
                      <a:pt x="30253" y="82970"/>
                    </a:lnTo>
                    <a:cubicBezTo>
                      <a:pt x="30253" y="82970"/>
                      <a:pt x="32137" y="54359"/>
                      <a:pt x="31864" y="51964"/>
                    </a:cubicBezTo>
                    <a:cubicBezTo>
                      <a:pt x="31588" y="49568"/>
                      <a:pt x="28487" y="592"/>
                      <a:pt x="28487" y="592"/>
                    </a:cubicBezTo>
                    <a:lnTo>
                      <a:pt x="74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2" name="Google Shape;2312;p55"/>
              <p:cNvSpPr/>
              <p:nvPr/>
            </p:nvSpPr>
            <p:spPr>
              <a:xfrm>
                <a:off x="-4163960" y="965253"/>
                <a:ext cx="407532" cy="364587"/>
              </a:xfrm>
              <a:custGeom>
                <a:avLst/>
                <a:gdLst/>
                <a:ahLst/>
                <a:cxnLst/>
                <a:rect l="l" t="t" r="r" b="b"/>
                <a:pathLst>
                  <a:path w="19008" h="17005" extrusionOk="0">
                    <a:moveTo>
                      <a:pt x="11364" y="0"/>
                    </a:moveTo>
                    <a:cubicBezTo>
                      <a:pt x="8085" y="0"/>
                      <a:pt x="4270" y="886"/>
                      <a:pt x="2316" y="2632"/>
                    </a:cubicBezTo>
                    <a:cubicBezTo>
                      <a:pt x="1" y="3125"/>
                      <a:pt x="1099" y="9363"/>
                      <a:pt x="2152" y="11604"/>
                    </a:cubicBezTo>
                    <a:cubicBezTo>
                      <a:pt x="3207" y="13849"/>
                      <a:pt x="8952" y="17004"/>
                      <a:pt x="8952" y="17004"/>
                    </a:cubicBezTo>
                    <a:lnTo>
                      <a:pt x="18282" y="6742"/>
                    </a:lnTo>
                    <a:cubicBezTo>
                      <a:pt x="18282" y="6742"/>
                      <a:pt x="19008" y="3117"/>
                      <a:pt x="16467" y="1163"/>
                    </a:cubicBezTo>
                    <a:cubicBezTo>
                      <a:pt x="15458" y="386"/>
                      <a:pt x="13528" y="0"/>
                      <a:pt x="11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3" name="Google Shape;2313;p55"/>
              <p:cNvSpPr/>
              <p:nvPr/>
            </p:nvSpPr>
            <p:spPr>
              <a:xfrm>
                <a:off x="-4123760" y="1042265"/>
                <a:ext cx="393081" cy="492584"/>
              </a:xfrm>
              <a:custGeom>
                <a:avLst/>
                <a:gdLst/>
                <a:ahLst/>
                <a:cxnLst/>
                <a:rect l="l" t="t" r="r" b="b"/>
                <a:pathLst>
                  <a:path w="18334" h="22975" extrusionOk="0">
                    <a:moveTo>
                      <a:pt x="15710" y="0"/>
                    </a:moveTo>
                    <a:lnTo>
                      <a:pt x="15710" y="0"/>
                    </a:lnTo>
                    <a:cubicBezTo>
                      <a:pt x="15710" y="0"/>
                      <a:pt x="15710" y="1"/>
                      <a:pt x="15711" y="3"/>
                    </a:cubicBezTo>
                    <a:lnTo>
                      <a:pt x="15711" y="3"/>
                    </a:lnTo>
                    <a:cubicBezTo>
                      <a:pt x="15711" y="3"/>
                      <a:pt x="15711" y="3"/>
                      <a:pt x="15712" y="2"/>
                    </a:cubicBezTo>
                    <a:lnTo>
                      <a:pt x="15710" y="0"/>
                    </a:lnTo>
                    <a:close/>
                    <a:moveTo>
                      <a:pt x="15711" y="3"/>
                    </a:moveTo>
                    <a:cubicBezTo>
                      <a:pt x="13190" y="1043"/>
                      <a:pt x="9940" y="1210"/>
                      <a:pt x="8119" y="1210"/>
                    </a:cubicBezTo>
                    <a:cubicBezTo>
                      <a:pt x="7262" y="1210"/>
                      <a:pt x="6721" y="1173"/>
                      <a:pt x="6721" y="1173"/>
                    </a:cubicBezTo>
                    <a:lnTo>
                      <a:pt x="6721" y="1173"/>
                    </a:lnTo>
                    <a:cubicBezTo>
                      <a:pt x="6721" y="1173"/>
                      <a:pt x="8003" y="5265"/>
                      <a:pt x="6182" y="5815"/>
                    </a:cubicBezTo>
                    <a:cubicBezTo>
                      <a:pt x="5199" y="6114"/>
                      <a:pt x="4586" y="5680"/>
                      <a:pt x="4504" y="6499"/>
                    </a:cubicBezTo>
                    <a:cubicBezTo>
                      <a:pt x="4451" y="7023"/>
                      <a:pt x="6624" y="9716"/>
                      <a:pt x="6767" y="10421"/>
                    </a:cubicBezTo>
                    <a:cubicBezTo>
                      <a:pt x="6822" y="10693"/>
                      <a:pt x="6704" y="10788"/>
                      <a:pt x="6510" y="10788"/>
                    </a:cubicBezTo>
                    <a:cubicBezTo>
                      <a:pt x="6044" y="10788"/>
                      <a:pt x="5140" y="10236"/>
                      <a:pt x="5140" y="10236"/>
                    </a:cubicBezTo>
                    <a:cubicBezTo>
                      <a:pt x="5140" y="10236"/>
                      <a:pt x="4875" y="8937"/>
                      <a:pt x="4247" y="7781"/>
                    </a:cubicBezTo>
                    <a:cubicBezTo>
                      <a:pt x="3719" y="6743"/>
                      <a:pt x="2960" y="6297"/>
                      <a:pt x="2248" y="6297"/>
                    </a:cubicBezTo>
                    <a:cubicBezTo>
                      <a:pt x="1060" y="6297"/>
                      <a:pt x="1" y="7536"/>
                      <a:pt x="355" y="9337"/>
                    </a:cubicBezTo>
                    <a:cubicBezTo>
                      <a:pt x="791" y="11554"/>
                      <a:pt x="1968" y="13104"/>
                      <a:pt x="3366" y="13104"/>
                    </a:cubicBezTo>
                    <a:cubicBezTo>
                      <a:pt x="3782" y="13104"/>
                      <a:pt x="4218" y="12967"/>
                      <a:pt x="4660" y="12669"/>
                    </a:cubicBezTo>
                    <a:lnTo>
                      <a:pt x="4660" y="12669"/>
                    </a:lnTo>
                    <a:cubicBezTo>
                      <a:pt x="4584" y="16736"/>
                      <a:pt x="4374" y="21911"/>
                      <a:pt x="4374" y="21911"/>
                    </a:cubicBezTo>
                    <a:cubicBezTo>
                      <a:pt x="5507" y="22482"/>
                      <a:pt x="6911" y="22975"/>
                      <a:pt x="8525" y="22975"/>
                    </a:cubicBezTo>
                    <a:cubicBezTo>
                      <a:pt x="9926" y="22975"/>
                      <a:pt x="11484" y="22603"/>
                      <a:pt x="13160" y="21589"/>
                    </a:cubicBezTo>
                    <a:cubicBezTo>
                      <a:pt x="13097" y="21245"/>
                      <a:pt x="12720" y="18974"/>
                      <a:pt x="12680" y="18711"/>
                    </a:cubicBezTo>
                    <a:cubicBezTo>
                      <a:pt x="12335" y="16475"/>
                      <a:pt x="12866" y="16913"/>
                      <a:pt x="14426" y="16454"/>
                    </a:cubicBezTo>
                    <a:cubicBezTo>
                      <a:pt x="16169" y="15940"/>
                      <a:pt x="17823" y="14555"/>
                      <a:pt x="18011" y="11798"/>
                    </a:cubicBezTo>
                    <a:cubicBezTo>
                      <a:pt x="18333" y="7045"/>
                      <a:pt x="15768" y="155"/>
                      <a:pt x="15711" y="3"/>
                    </a:cubicBezTo>
                    <a:close/>
                  </a:path>
                </a:pathLst>
              </a:custGeom>
              <a:solidFill>
                <a:srgbClr val="FFC5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4" name="Google Shape;2314;p55"/>
              <p:cNvSpPr/>
              <p:nvPr/>
            </p:nvSpPr>
            <p:spPr>
              <a:xfrm>
                <a:off x="-4098375" y="1204609"/>
                <a:ext cx="64513" cy="93307"/>
              </a:xfrm>
              <a:custGeom>
                <a:avLst/>
                <a:gdLst/>
                <a:ahLst/>
                <a:cxnLst/>
                <a:rect l="l" t="t" r="r" b="b"/>
                <a:pathLst>
                  <a:path w="3009" h="4352" extrusionOk="0">
                    <a:moveTo>
                      <a:pt x="1045" y="1"/>
                    </a:moveTo>
                    <a:cubicBezTo>
                      <a:pt x="977" y="1"/>
                      <a:pt x="910" y="8"/>
                      <a:pt x="842" y="22"/>
                    </a:cubicBezTo>
                    <a:cubicBezTo>
                      <a:pt x="337" y="129"/>
                      <a:pt x="57" y="596"/>
                      <a:pt x="45" y="615"/>
                    </a:cubicBezTo>
                    <a:cubicBezTo>
                      <a:pt x="0" y="714"/>
                      <a:pt x="36" y="830"/>
                      <a:pt x="129" y="885"/>
                    </a:cubicBezTo>
                    <a:cubicBezTo>
                      <a:pt x="162" y="904"/>
                      <a:pt x="198" y="914"/>
                      <a:pt x="235" y="914"/>
                    </a:cubicBezTo>
                    <a:cubicBezTo>
                      <a:pt x="300" y="914"/>
                      <a:pt x="365" y="883"/>
                      <a:pt x="407" y="828"/>
                    </a:cubicBezTo>
                    <a:cubicBezTo>
                      <a:pt x="409" y="826"/>
                      <a:pt x="609" y="497"/>
                      <a:pt x="931" y="432"/>
                    </a:cubicBezTo>
                    <a:cubicBezTo>
                      <a:pt x="969" y="424"/>
                      <a:pt x="1008" y="420"/>
                      <a:pt x="1047" y="420"/>
                    </a:cubicBezTo>
                    <a:cubicBezTo>
                      <a:pt x="1204" y="420"/>
                      <a:pt x="1370" y="484"/>
                      <a:pt x="1543" y="609"/>
                    </a:cubicBezTo>
                    <a:cubicBezTo>
                      <a:pt x="2019" y="952"/>
                      <a:pt x="2459" y="1941"/>
                      <a:pt x="2545" y="2861"/>
                    </a:cubicBezTo>
                    <a:cubicBezTo>
                      <a:pt x="2594" y="3386"/>
                      <a:pt x="2516" y="3800"/>
                      <a:pt x="2329" y="3998"/>
                    </a:cubicBezTo>
                    <a:cubicBezTo>
                      <a:pt x="2204" y="4131"/>
                      <a:pt x="2299" y="4350"/>
                      <a:pt x="2482" y="4352"/>
                    </a:cubicBezTo>
                    <a:cubicBezTo>
                      <a:pt x="2539" y="4352"/>
                      <a:pt x="2594" y="4329"/>
                      <a:pt x="2634" y="4287"/>
                    </a:cubicBezTo>
                    <a:cubicBezTo>
                      <a:pt x="2985" y="3916"/>
                      <a:pt x="3009" y="3285"/>
                      <a:pt x="2964" y="2821"/>
                    </a:cubicBezTo>
                    <a:cubicBezTo>
                      <a:pt x="2880" y="1914"/>
                      <a:pt x="2446" y="746"/>
                      <a:pt x="1790" y="270"/>
                    </a:cubicBezTo>
                    <a:cubicBezTo>
                      <a:pt x="1541" y="90"/>
                      <a:pt x="1291" y="1"/>
                      <a:pt x="10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5" name="Google Shape;2315;p55"/>
              <p:cNvSpPr/>
              <p:nvPr/>
            </p:nvSpPr>
            <p:spPr>
              <a:xfrm>
                <a:off x="-3823986" y="1157527"/>
                <a:ext cx="56602" cy="97295"/>
              </a:xfrm>
              <a:custGeom>
                <a:avLst/>
                <a:gdLst/>
                <a:ahLst/>
                <a:cxnLst/>
                <a:rect l="l" t="t" r="r" b="b"/>
                <a:pathLst>
                  <a:path w="2640" h="4538" extrusionOk="0">
                    <a:moveTo>
                      <a:pt x="284" y="0"/>
                    </a:moveTo>
                    <a:cubicBezTo>
                      <a:pt x="134" y="0"/>
                      <a:pt x="1" y="174"/>
                      <a:pt x="109" y="331"/>
                    </a:cubicBezTo>
                    <a:cubicBezTo>
                      <a:pt x="907" y="1270"/>
                      <a:pt x="2077" y="2986"/>
                      <a:pt x="1829" y="3601"/>
                    </a:cubicBezTo>
                    <a:cubicBezTo>
                      <a:pt x="1660" y="4020"/>
                      <a:pt x="1270" y="4118"/>
                      <a:pt x="943" y="4118"/>
                    </a:cubicBezTo>
                    <a:cubicBezTo>
                      <a:pt x="672" y="4118"/>
                      <a:pt x="445" y="4051"/>
                      <a:pt x="425" y="4045"/>
                    </a:cubicBezTo>
                    <a:cubicBezTo>
                      <a:pt x="409" y="4042"/>
                      <a:pt x="393" y="4040"/>
                      <a:pt x="379" y="4040"/>
                    </a:cubicBezTo>
                    <a:cubicBezTo>
                      <a:pt x="164" y="4040"/>
                      <a:pt x="84" y="4352"/>
                      <a:pt x="303" y="4445"/>
                    </a:cubicBezTo>
                    <a:cubicBezTo>
                      <a:pt x="505" y="4506"/>
                      <a:pt x="715" y="4537"/>
                      <a:pt x="926" y="4537"/>
                    </a:cubicBezTo>
                    <a:cubicBezTo>
                      <a:pt x="1416" y="4537"/>
                      <a:pt x="1972" y="4365"/>
                      <a:pt x="2218" y="3756"/>
                    </a:cubicBezTo>
                    <a:cubicBezTo>
                      <a:pt x="2639" y="2710"/>
                      <a:pt x="656" y="329"/>
                      <a:pt x="429" y="62"/>
                    </a:cubicBezTo>
                    <a:cubicBezTo>
                      <a:pt x="384" y="18"/>
                      <a:pt x="333" y="0"/>
                      <a:pt x="2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6" name="Google Shape;2316;p55"/>
              <p:cNvSpPr/>
              <p:nvPr/>
            </p:nvSpPr>
            <p:spPr>
              <a:xfrm>
                <a:off x="-3931701" y="1087032"/>
                <a:ext cx="67600" cy="3704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28" extrusionOk="0">
                    <a:moveTo>
                      <a:pt x="2075" y="0"/>
                    </a:moveTo>
                    <a:cubicBezTo>
                      <a:pt x="1782" y="0"/>
                      <a:pt x="1424" y="105"/>
                      <a:pt x="979" y="380"/>
                    </a:cubicBezTo>
                    <a:cubicBezTo>
                      <a:pt x="97" y="925"/>
                      <a:pt x="1" y="1651"/>
                      <a:pt x="535" y="1723"/>
                    </a:cubicBezTo>
                    <a:cubicBezTo>
                      <a:pt x="562" y="1726"/>
                      <a:pt x="593" y="1728"/>
                      <a:pt x="627" y="1728"/>
                    </a:cubicBezTo>
                    <a:cubicBezTo>
                      <a:pt x="1273" y="1728"/>
                      <a:pt x="3153" y="1096"/>
                      <a:pt x="2771" y="243"/>
                    </a:cubicBezTo>
                    <a:cubicBezTo>
                      <a:pt x="2588" y="101"/>
                      <a:pt x="2362" y="0"/>
                      <a:pt x="2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7" name="Google Shape;2317;p55"/>
              <p:cNvSpPr/>
              <p:nvPr/>
            </p:nvSpPr>
            <p:spPr>
              <a:xfrm>
                <a:off x="-3827610" y="1073975"/>
                <a:ext cx="51199" cy="28387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1324" extrusionOk="0">
                    <a:moveTo>
                      <a:pt x="777" y="0"/>
                    </a:moveTo>
                    <a:cubicBezTo>
                      <a:pt x="425" y="0"/>
                      <a:pt x="214" y="175"/>
                      <a:pt x="76" y="401"/>
                    </a:cubicBezTo>
                    <a:cubicBezTo>
                      <a:pt x="1" y="1080"/>
                      <a:pt x="937" y="1323"/>
                      <a:pt x="1558" y="1323"/>
                    </a:cubicBezTo>
                    <a:cubicBezTo>
                      <a:pt x="1758" y="1323"/>
                      <a:pt x="1926" y="1298"/>
                      <a:pt x="2017" y="1254"/>
                    </a:cubicBezTo>
                    <a:cubicBezTo>
                      <a:pt x="2387" y="1073"/>
                      <a:pt x="2162" y="439"/>
                      <a:pt x="1404" y="140"/>
                    </a:cubicBezTo>
                    <a:cubicBezTo>
                      <a:pt x="1156" y="42"/>
                      <a:pt x="950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8" name="Google Shape;2318;p55"/>
              <p:cNvSpPr/>
              <p:nvPr/>
            </p:nvSpPr>
            <p:spPr>
              <a:xfrm>
                <a:off x="-3888049" y="1151052"/>
                <a:ext cx="24206" cy="3027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1412" extrusionOk="0">
                    <a:moveTo>
                      <a:pt x="525" y="1"/>
                    </a:moveTo>
                    <a:cubicBezTo>
                      <a:pt x="508" y="1"/>
                      <a:pt x="491" y="2"/>
                      <a:pt x="474" y="4"/>
                    </a:cubicBezTo>
                    <a:cubicBezTo>
                      <a:pt x="190" y="42"/>
                      <a:pt x="0" y="385"/>
                      <a:pt x="51" y="774"/>
                    </a:cubicBezTo>
                    <a:cubicBezTo>
                      <a:pt x="96" y="1138"/>
                      <a:pt x="341" y="1411"/>
                      <a:pt x="604" y="1411"/>
                    </a:cubicBezTo>
                    <a:cubicBezTo>
                      <a:pt x="621" y="1411"/>
                      <a:pt x="638" y="1410"/>
                      <a:pt x="655" y="1408"/>
                    </a:cubicBezTo>
                    <a:cubicBezTo>
                      <a:pt x="939" y="1372"/>
                      <a:pt x="1129" y="1027"/>
                      <a:pt x="1078" y="640"/>
                    </a:cubicBezTo>
                    <a:cubicBezTo>
                      <a:pt x="1033" y="275"/>
                      <a:pt x="792" y="1"/>
                      <a:pt x="5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9" name="Google Shape;2319;p55"/>
              <p:cNvSpPr/>
              <p:nvPr/>
            </p:nvSpPr>
            <p:spPr>
              <a:xfrm>
                <a:off x="-3802975" y="1137931"/>
                <a:ext cx="24249" cy="30252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411" extrusionOk="0">
                    <a:moveTo>
                      <a:pt x="523" y="0"/>
                    </a:moveTo>
                    <a:cubicBezTo>
                      <a:pt x="506" y="0"/>
                      <a:pt x="490" y="1"/>
                      <a:pt x="474" y="3"/>
                    </a:cubicBezTo>
                    <a:cubicBezTo>
                      <a:pt x="190" y="41"/>
                      <a:pt x="0" y="384"/>
                      <a:pt x="49" y="774"/>
                    </a:cubicBezTo>
                    <a:cubicBezTo>
                      <a:pt x="96" y="1138"/>
                      <a:pt x="339" y="1411"/>
                      <a:pt x="606" y="1411"/>
                    </a:cubicBezTo>
                    <a:cubicBezTo>
                      <a:pt x="623" y="1411"/>
                      <a:pt x="640" y="1410"/>
                      <a:pt x="657" y="1407"/>
                    </a:cubicBezTo>
                    <a:cubicBezTo>
                      <a:pt x="941" y="1372"/>
                      <a:pt x="1131" y="1026"/>
                      <a:pt x="1080" y="639"/>
                    </a:cubicBezTo>
                    <a:cubicBezTo>
                      <a:pt x="1033" y="274"/>
                      <a:pt x="789" y="0"/>
                      <a:pt x="5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0" name="Google Shape;2320;p55"/>
              <p:cNvSpPr/>
              <p:nvPr/>
            </p:nvSpPr>
            <p:spPr>
              <a:xfrm>
                <a:off x="-4080194" y="1231130"/>
                <a:ext cx="34733" cy="31817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484" extrusionOk="0">
                    <a:moveTo>
                      <a:pt x="1368" y="0"/>
                    </a:moveTo>
                    <a:cubicBezTo>
                      <a:pt x="956" y="0"/>
                      <a:pt x="196" y="262"/>
                      <a:pt x="26" y="1237"/>
                    </a:cubicBezTo>
                    <a:cubicBezTo>
                      <a:pt x="1" y="1365"/>
                      <a:pt x="102" y="1483"/>
                      <a:pt x="232" y="1483"/>
                    </a:cubicBezTo>
                    <a:cubicBezTo>
                      <a:pt x="333" y="1483"/>
                      <a:pt x="420" y="1410"/>
                      <a:pt x="439" y="1309"/>
                    </a:cubicBezTo>
                    <a:cubicBezTo>
                      <a:pt x="586" y="458"/>
                      <a:pt x="1252" y="418"/>
                      <a:pt x="1384" y="418"/>
                    </a:cubicBezTo>
                    <a:cubicBezTo>
                      <a:pt x="1390" y="418"/>
                      <a:pt x="1395" y="418"/>
                      <a:pt x="1398" y="418"/>
                    </a:cubicBezTo>
                    <a:cubicBezTo>
                      <a:pt x="1403" y="419"/>
                      <a:pt x="1408" y="419"/>
                      <a:pt x="1413" y="419"/>
                    </a:cubicBezTo>
                    <a:cubicBezTo>
                      <a:pt x="1523" y="419"/>
                      <a:pt x="1615" y="329"/>
                      <a:pt x="1615" y="218"/>
                    </a:cubicBezTo>
                    <a:cubicBezTo>
                      <a:pt x="1620" y="102"/>
                      <a:pt x="1531" y="6"/>
                      <a:pt x="1415" y="1"/>
                    </a:cubicBezTo>
                    <a:cubicBezTo>
                      <a:pt x="1400" y="1"/>
                      <a:pt x="1384" y="0"/>
                      <a:pt x="13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1" name="Google Shape;2321;p55"/>
              <p:cNvSpPr/>
              <p:nvPr/>
            </p:nvSpPr>
            <p:spPr>
              <a:xfrm>
                <a:off x="-3958908" y="1381125"/>
                <a:ext cx="118134" cy="45882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2140" extrusionOk="0">
                    <a:moveTo>
                      <a:pt x="0" y="1"/>
                    </a:moveTo>
                    <a:cubicBezTo>
                      <a:pt x="0" y="1"/>
                      <a:pt x="1329" y="1647"/>
                      <a:pt x="2844" y="1921"/>
                    </a:cubicBezTo>
                    <a:cubicBezTo>
                      <a:pt x="3522" y="2043"/>
                      <a:pt x="4272" y="2106"/>
                      <a:pt x="4903" y="2140"/>
                    </a:cubicBezTo>
                    <a:cubicBezTo>
                      <a:pt x="4846" y="1310"/>
                      <a:pt x="5042" y="1081"/>
                      <a:pt x="5509" y="944"/>
                    </a:cubicBezTo>
                    <a:lnTo>
                      <a:pt x="5509" y="944"/>
                    </a:lnTo>
                    <a:cubicBezTo>
                      <a:pt x="5021" y="1033"/>
                      <a:pt x="4511" y="1090"/>
                      <a:pt x="4007" y="1090"/>
                    </a:cubicBezTo>
                    <a:cubicBezTo>
                      <a:pt x="3942" y="1090"/>
                      <a:pt x="3877" y="1089"/>
                      <a:pt x="3813" y="1087"/>
                    </a:cubicBezTo>
                    <a:cubicBezTo>
                      <a:pt x="1514" y="1015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0B2140">
                  <a:alpha val="101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2" name="Google Shape;2322;p55"/>
              <p:cNvSpPr/>
              <p:nvPr/>
            </p:nvSpPr>
            <p:spPr>
              <a:xfrm>
                <a:off x="-4174123" y="873275"/>
                <a:ext cx="400542" cy="278827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13005" extrusionOk="0">
                    <a:moveTo>
                      <a:pt x="12291" y="1"/>
                    </a:moveTo>
                    <a:cubicBezTo>
                      <a:pt x="9830" y="1"/>
                      <a:pt x="3854" y="1356"/>
                      <a:pt x="1980" y="4131"/>
                    </a:cubicBezTo>
                    <a:cubicBezTo>
                      <a:pt x="1" y="7059"/>
                      <a:pt x="1702" y="13004"/>
                      <a:pt x="1702" y="13004"/>
                    </a:cubicBezTo>
                    <a:cubicBezTo>
                      <a:pt x="1702" y="13004"/>
                      <a:pt x="9017" y="8771"/>
                      <a:pt x="18682" y="8486"/>
                    </a:cubicBezTo>
                    <a:cubicBezTo>
                      <a:pt x="17132" y="1697"/>
                      <a:pt x="14827" y="175"/>
                      <a:pt x="12670" y="13"/>
                    </a:cubicBezTo>
                    <a:cubicBezTo>
                      <a:pt x="12555" y="5"/>
                      <a:pt x="12429" y="1"/>
                      <a:pt x="122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3" name="Google Shape;2323;p55"/>
              <p:cNvSpPr/>
              <p:nvPr/>
            </p:nvSpPr>
            <p:spPr>
              <a:xfrm>
                <a:off x="-3979233" y="965274"/>
                <a:ext cx="321257" cy="124438"/>
              </a:xfrm>
              <a:custGeom>
                <a:avLst/>
                <a:gdLst/>
                <a:ahLst/>
                <a:cxnLst/>
                <a:rect l="l" t="t" r="r" b="b"/>
                <a:pathLst>
                  <a:path w="14984" h="5804" extrusionOk="0">
                    <a:moveTo>
                      <a:pt x="11957" y="1"/>
                    </a:moveTo>
                    <a:cubicBezTo>
                      <a:pt x="11240" y="1"/>
                      <a:pt x="10353" y="55"/>
                      <a:pt x="9263" y="177"/>
                    </a:cubicBezTo>
                    <a:cubicBezTo>
                      <a:pt x="3737" y="798"/>
                      <a:pt x="1" y="5429"/>
                      <a:pt x="1" y="5429"/>
                    </a:cubicBezTo>
                    <a:lnTo>
                      <a:pt x="167" y="5804"/>
                    </a:lnTo>
                    <a:cubicBezTo>
                      <a:pt x="5978" y="4086"/>
                      <a:pt x="9061" y="4035"/>
                      <a:pt x="9402" y="4035"/>
                    </a:cubicBezTo>
                    <a:cubicBezTo>
                      <a:pt x="9423" y="4035"/>
                      <a:pt x="9434" y="4036"/>
                      <a:pt x="9434" y="4036"/>
                    </a:cubicBezTo>
                    <a:cubicBezTo>
                      <a:pt x="9434" y="4036"/>
                      <a:pt x="14011" y="2726"/>
                      <a:pt x="14549" y="1709"/>
                    </a:cubicBezTo>
                    <a:cubicBezTo>
                      <a:pt x="14984" y="893"/>
                      <a:pt x="14875" y="1"/>
                      <a:pt x="1195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4" name="Google Shape;2324;p55"/>
              <p:cNvSpPr/>
              <p:nvPr/>
            </p:nvSpPr>
            <p:spPr>
              <a:xfrm>
                <a:off x="-3975653" y="973293"/>
                <a:ext cx="321214" cy="116419"/>
              </a:xfrm>
              <a:custGeom>
                <a:avLst/>
                <a:gdLst/>
                <a:ahLst/>
                <a:cxnLst/>
                <a:rect l="l" t="t" r="r" b="b"/>
                <a:pathLst>
                  <a:path w="14982" h="5430" extrusionOk="0">
                    <a:moveTo>
                      <a:pt x="11961" y="1"/>
                    </a:moveTo>
                    <a:cubicBezTo>
                      <a:pt x="11243" y="1"/>
                      <a:pt x="10355" y="55"/>
                      <a:pt x="9263" y="177"/>
                    </a:cubicBezTo>
                    <a:cubicBezTo>
                      <a:pt x="3737" y="799"/>
                      <a:pt x="0" y="5430"/>
                      <a:pt x="0" y="5430"/>
                    </a:cubicBezTo>
                    <a:cubicBezTo>
                      <a:pt x="4052" y="4185"/>
                      <a:pt x="6714" y="3950"/>
                      <a:pt x="8147" y="3950"/>
                    </a:cubicBezTo>
                    <a:cubicBezTo>
                      <a:pt x="9015" y="3950"/>
                      <a:pt x="9431" y="4036"/>
                      <a:pt x="9431" y="4036"/>
                    </a:cubicBezTo>
                    <a:cubicBezTo>
                      <a:pt x="9431" y="4036"/>
                      <a:pt x="14008" y="2727"/>
                      <a:pt x="14549" y="1710"/>
                    </a:cubicBezTo>
                    <a:cubicBezTo>
                      <a:pt x="14981" y="893"/>
                      <a:pt x="14874" y="1"/>
                      <a:pt x="1196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5" name="Google Shape;2325;p55"/>
              <p:cNvSpPr/>
              <p:nvPr/>
            </p:nvSpPr>
            <p:spPr>
              <a:xfrm>
                <a:off x="-4015703" y="883502"/>
                <a:ext cx="148343" cy="208697"/>
              </a:xfrm>
              <a:custGeom>
                <a:avLst/>
                <a:gdLst/>
                <a:ahLst/>
                <a:cxnLst/>
                <a:rect l="l" t="t" r="r" b="b"/>
                <a:pathLst>
                  <a:path w="6919" h="9734" extrusionOk="0">
                    <a:moveTo>
                      <a:pt x="6711" y="1"/>
                    </a:moveTo>
                    <a:cubicBezTo>
                      <a:pt x="6700" y="1"/>
                      <a:pt x="6688" y="2"/>
                      <a:pt x="6676" y="4"/>
                    </a:cubicBezTo>
                    <a:cubicBezTo>
                      <a:pt x="6525" y="31"/>
                      <a:pt x="2942" y="692"/>
                      <a:pt x="1630" y="1324"/>
                    </a:cubicBezTo>
                    <a:cubicBezTo>
                      <a:pt x="214" y="2004"/>
                      <a:pt x="1" y="2991"/>
                      <a:pt x="117" y="4267"/>
                    </a:cubicBezTo>
                    <a:cubicBezTo>
                      <a:pt x="230" y="5528"/>
                      <a:pt x="1582" y="9439"/>
                      <a:pt x="1639" y="9605"/>
                    </a:cubicBezTo>
                    <a:cubicBezTo>
                      <a:pt x="1666" y="9683"/>
                      <a:pt x="1740" y="9734"/>
                      <a:pt x="1820" y="9734"/>
                    </a:cubicBezTo>
                    <a:cubicBezTo>
                      <a:pt x="1841" y="9734"/>
                      <a:pt x="1864" y="9732"/>
                      <a:pt x="1883" y="9725"/>
                    </a:cubicBezTo>
                    <a:cubicBezTo>
                      <a:pt x="1984" y="9689"/>
                      <a:pt x="2037" y="9580"/>
                      <a:pt x="2001" y="9481"/>
                    </a:cubicBezTo>
                    <a:cubicBezTo>
                      <a:pt x="1988" y="9441"/>
                      <a:pt x="609" y="5448"/>
                      <a:pt x="498" y="4231"/>
                    </a:cubicBezTo>
                    <a:cubicBezTo>
                      <a:pt x="390" y="3056"/>
                      <a:pt x="569" y="2258"/>
                      <a:pt x="1797" y="1669"/>
                    </a:cubicBezTo>
                    <a:cubicBezTo>
                      <a:pt x="3062" y="1060"/>
                      <a:pt x="6710" y="387"/>
                      <a:pt x="6746" y="380"/>
                    </a:cubicBezTo>
                    <a:cubicBezTo>
                      <a:pt x="6851" y="362"/>
                      <a:pt x="6918" y="260"/>
                      <a:pt x="6899" y="157"/>
                    </a:cubicBezTo>
                    <a:cubicBezTo>
                      <a:pt x="6883" y="66"/>
                      <a:pt x="6803" y="1"/>
                      <a:pt x="671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6" name="Google Shape;2326;p55"/>
              <p:cNvSpPr/>
              <p:nvPr/>
            </p:nvSpPr>
            <p:spPr>
              <a:xfrm>
                <a:off x="-3857090" y="1284623"/>
                <a:ext cx="57781" cy="11942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557" extrusionOk="0">
                    <a:moveTo>
                      <a:pt x="2484" y="1"/>
                    </a:moveTo>
                    <a:cubicBezTo>
                      <a:pt x="2466" y="1"/>
                      <a:pt x="2447" y="3"/>
                      <a:pt x="2428" y="9"/>
                    </a:cubicBezTo>
                    <a:cubicBezTo>
                      <a:pt x="1937" y="155"/>
                      <a:pt x="1076" y="178"/>
                      <a:pt x="581" y="178"/>
                    </a:cubicBezTo>
                    <a:cubicBezTo>
                      <a:pt x="355" y="178"/>
                      <a:pt x="205" y="174"/>
                      <a:pt x="200" y="174"/>
                    </a:cubicBezTo>
                    <a:cubicBezTo>
                      <a:pt x="191" y="172"/>
                      <a:pt x="182" y="171"/>
                      <a:pt x="173" y="171"/>
                    </a:cubicBezTo>
                    <a:cubicBezTo>
                      <a:pt x="79" y="171"/>
                      <a:pt x="8" y="258"/>
                      <a:pt x="5" y="355"/>
                    </a:cubicBezTo>
                    <a:cubicBezTo>
                      <a:pt x="0" y="460"/>
                      <a:pt x="82" y="546"/>
                      <a:pt x="188" y="550"/>
                    </a:cubicBezTo>
                    <a:cubicBezTo>
                      <a:pt x="207" y="552"/>
                      <a:pt x="367" y="557"/>
                      <a:pt x="600" y="557"/>
                    </a:cubicBezTo>
                    <a:cubicBezTo>
                      <a:pt x="1118" y="557"/>
                      <a:pt x="2002" y="531"/>
                      <a:pt x="2537" y="371"/>
                    </a:cubicBezTo>
                    <a:cubicBezTo>
                      <a:pt x="2638" y="342"/>
                      <a:pt x="2695" y="237"/>
                      <a:pt x="2665" y="136"/>
                    </a:cubicBezTo>
                    <a:cubicBezTo>
                      <a:pt x="2640" y="54"/>
                      <a:pt x="2565" y="1"/>
                      <a:pt x="24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7" name="Google Shape;2327;p55"/>
              <p:cNvSpPr/>
              <p:nvPr/>
            </p:nvSpPr>
            <p:spPr>
              <a:xfrm>
                <a:off x="-3985858" y="1344848"/>
                <a:ext cx="144763" cy="64234"/>
              </a:xfrm>
              <a:custGeom>
                <a:avLst/>
                <a:gdLst/>
                <a:ahLst/>
                <a:cxnLst/>
                <a:rect l="l" t="t" r="r" b="b"/>
                <a:pathLst>
                  <a:path w="6752" h="2996" extrusionOk="0">
                    <a:moveTo>
                      <a:pt x="247" y="1"/>
                    </a:moveTo>
                    <a:cubicBezTo>
                      <a:pt x="218" y="1"/>
                      <a:pt x="189" y="7"/>
                      <a:pt x="160" y="19"/>
                    </a:cubicBezTo>
                    <a:cubicBezTo>
                      <a:pt x="45" y="70"/>
                      <a:pt x="0" y="209"/>
                      <a:pt x="64" y="316"/>
                    </a:cubicBezTo>
                    <a:cubicBezTo>
                      <a:pt x="1082" y="2592"/>
                      <a:pt x="3476" y="2996"/>
                      <a:pt x="5051" y="2996"/>
                    </a:cubicBezTo>
                    <a:cubicBezTo>
                      <a:pt x="5907" y="2996"/>
                      <a:pt x="6522" y="2876"/>
                      <a:pt x="6541" y="2872"/>
                    </a:cubicBezTo>
                    <a:cubicBezTo>
                      <a:pt x="6665" y="2861"/>
                      <a:pt x="6752" y="2743"/>
                      <a:pt x="6726" y="2621"/>
                    </a:cubicBezTo>
                    <a:cubicBezTo>
                      <a:pt x="6706" y="2521"/>
                      <a:pt x="6618" y="2453"/>
                      <a:pt x="6521" y="2453"/>
                    </a:cubicBezTo>
                    <a:cubicBezTo>
                      <a:pt x="6500" y="2453"/>
                      <a:pt x="6478" y="2456"/>
                      <a:pt x="6457" y="2463"/>
                    </a:cubicBezTo>
                    <a:cubicBezTo>
                      <a:pt x="6440" y="2466"/>
                      <a:pt x="5854" y="2580"/>
                      <a:pt x="5042" y="2580"/>
                    </a:cubicBezTo>
                    <a:cubicBezTo>
                      <a:pt x="3575" y="2580"/>
                      <a:pt x="1369" y="2209"/>
                      <a:pt x="447" y="145"/>
                    </a:cubicBezTo>
                    <a:cubicBezTo>
                      <a:pt x="417" y="55"/>
                      <a:pt x="334" y="1"/>
                      <a:pt x="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8" name="Google Shape;2328;p55"/>
              <p:cNvSpPr/>
              <p:nvPr/>
            </p:nvSpPr>
            <p:spPr>
              <a:xfrm>
                <a:off x="-4212436" y="2422015"/>
                <a:ext cx="607438" cy="148065"/>
              </a:xfrm>
              <a:custGeom>
                <a:avLst/>
                <a:gdLst/>
                <a:ahLst/>
                <a:cxnLst/>
                <a:rect l="l" t="t" r="r" b="b"/>
                <a:pathLst>
                  <a:path w="28332" h="6906" extrusionOk="0">
                    <a:moveTo>
                      <a:pt x="318" y="1"/>
                    </a:moveTo>
                    <a:cubicBezTo>
                      <a:pt x="318" y="1"/>
                      <a:pt x="119" y="2994"/>
                      <a:pt x="1" y="6204"/>
                    </a:cubicBezTo>
                    <a:cubicBezTo>
                      <a:pt x="2924" y="6513"/>
                      <a:pt x="7608" y="6906"/>
                      <a:pt x="12599" y="6906"/>
                    </a:cubicBezTo>
                    <a:cubicBezTo>
                      <a:pt x="18121" y="6906"/>
                      <a:pt x="24020" y="6426"/>
                      <a:pt x="28332" y="4821"/>
                    </a:cubicBezTo>
                    <a:cubicBezTo>
                      <a:pt x="28289" y="4169"/>
                      <a:pt x="28060" y="592"/>
                      <a:pt x="28060" y="592"/>
                    </a:cubicBezTo>
                    <a:lnTo>
                      <a:pt x="318" y="1"/>
                    </a:lnTo>
                    <a:close/>
                  </a:path>
                </a:pathLst>
              </a:custGeom>
              <a:solidFill>
                <a:srgbClr val="0B2140">
                  <a:alpha val="6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9" name="Google Shape;2329;p55"/>
              <p:cNvSpPr/>
              <p:nvPr/>
            </p:nvSpPr>
            <p:spPr>
              <a:xfrm>
                <a:off x="-4352311" y="1431208"/>
                <a:ext cx="788971" cy="1065675"/>
              </a:xfrm>
              <a:custGeom>
                <a:avLst/>
                <a:gdLst/>
                <a:ahLst/>
                <a:cxnLst/>
                <a:rect l="l" t="t" r="r" b="b"/>
                <a:pathLst>
                  <a:path w="36799" h="49705" extrusionOk="0">
                    <a:moveTo>
                      <a:pt x="9070" y="1"/>
                    </a:moveTo>
                    <a:cubicBezTo>
                      <a:pt x="6464" y="1"/>
                      <a:pt x="3550" y="246"/>
                      <a:pt x="3323" y="1534"/>
                    </a:cubicBezTo>
                    <a:cubicBezTo>
                      <a:pt x="3090" y="2851"/>
                      <a:pt x="4168" y="3074"/>
                      <a:pt x="4923" y="3074"/>
                    </a:cubicBezTo>
                    <a:cubicBezTo>
                      <a:pt x="5308" y="3074"/>
                      <a:pt x="5609" y="3016"/>
                      <a:pt x="5609" y="3016"/>
                    </a:cubicBezTo>
                    <a:lnTo>
                      <a:pt x="5609" y="3016"/>
                    </a:lnTo>
                    <a:cubicBezTo>
                      <a:pt x="5609" y="3016"/>
                      <a:pt x="1" y="5022"/>
                      <a:pt x="1611" y="8744"/>
                    </a:cubicBezTo>
                    <a:cubicBezTo>
                      <a:pt x="2102" y="9878"/>
                      <a:pt x="2836" y="10272"/>
                      <a:pt x="3620" y="10272"/>
                    </a:cubicBezTo>
                    <a:cubicBezTo>
                      <a:pt x="5410" y="10272"/>
                      <a:pt x="7459" y="8218"/>
                      <a:pt x="7459" y="8218"/>
                    </a:cubicBezTo>
                    <a:lnTo>
                      <a:pt x="7459" y="8218"/>
                    </a:lnTo>
                    <a:cubicBezTo>
                      <a:pt x="7459" y="8218"/>
                      <a:pt x="3565" y="42146"/>
                      <a:pt x="3500" y="42885"/>
                    </a:cubicBezTo>
                    <a:cubicBezTo>
                      <a:pt x="3434" y="43626"/>
                      <a:pt x="4619" y="43932"/>
                      <a:pt x="5415" y="44691"/>
                    </a:cubicBezTo>
                    <a:cubicBezTo>
                      <a:pt x="6211" y="45449"/>
                      <a:pt x="5590" y="45967"/>
                      <a:pt x="5849" y="48133"/>
                    </a:cubicBezTo>
                    <a:cubicBezTo>
                      <a:pt x="7884" y="49300"/>
                      <a:pt x="11501" y="49704"/>
                      <a:pt x="15536" y="49704"/>
                    </a:cubicBezTo>
                    <a:cubicBezTo>
                      <a:pt x="24627" y="49704"/>
                      <a:pt x="35837" y="47653"/>
                      <a:pt x="35837" y="47653"/>
                    </a:cubicBezTo>
                    <a:lnTo>
                      <a:pt x="35531" y="44553"/>
                    </a:lnTo>
                    <a:cubicBezTo>
                      <a:pt x="35531" y="44553"/>
                      <a:pt x="36799" y="43081"/>
                      <a:pt x="36624" y="41045"/>
                    </a:cubicBezTo>
                    <a:cubicBezTo>
                      <a:pt x="36449" y="39008"/>
                      <a:pt x="30193" y="8254"/>
                      <a:pt x="28999" y="7172"/>
                    </a:cubicBezTo>
                    <a:cubicBezTo>
                      <a:pt x="27805" y="6090"/>
                      <a:pt x="26140" y="4970"/>
                      <a:pt x="26140" y="4970"/>
                    </a:cubicBezTo>
                    <a:cubicBezTo>
                      <a:pt x="26140" y="4970"/>
                      <a:pt x="26909" y="4294"/>
                      <a:pt x="24585" y="2711"/>
                    </a:cubicBezTo>
                    <a:cubicBezTo>
                      <a:pt x="22263" y="1128"/>
                      <a:pt x="12573" y="92"/>
                      <a:pt x="12573" y="92"/>
                    </a:cubicBezTo>
                    <a:lnTo>
                      <a:pt x="12571" y="90"/>
                    </a:lnTo>
                    <a:cubicBezTo>
                      <a:pt x="11817" y="74"/>
                      <a:pt x="10489" y="1"/>
                      <a:pt x="90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0" name="Google Shape;2330;p55"/>
              <p:cNvSpPr/>
              <p:nvPr/>
            </p:nvSpPr>
            <p:spPr>
              <a:xfrm>
                <a:off x="-3276216" y="1558069"/>
                <a:ext cx="291991" cy="390551"/>
              </a:xfrm>
              <a:custGeom>
                <a:avLst/>
                <a:gdLst/>
                <a:ahLst/>
                <a:cxnLst/>
                <a:rect l="l" t="t" r="r" b="b"/>
                <a:pathLst>
                  <a:path w="13619" h="18216" extrusionOk="0">
                    <a:moveTo>
                      <a:pt x="10383" y="0"/>
                    </a:moveTo>
                    <a:cubicBezTo>
                      <a:pt x="10023" y="0"/>
                      <a:pt x="9689" y="136"/>
                      <a:pt x="9392" y="423"/>
                    </a:cubicBezTo>
                    <a:cubicBezTo>
                      <a:pt x="8651" y="1137"/>
                      <a:pt x="4901" y="5566"/>
                      <a:pt x="4417" y="6391"/>
                    </a:cubicBezTo>
                    <a:cubicBezTo>
                      <a:pt x="3933" y="7216"/>
                      <a:pt x="2514" y="11881"/>
                      <a:pt x="2146" y="12732"/>
                    </a:cubicBezTo>
                    <a:cubicBezTo>
                      <a:pt x="1779" y="13584"/>
                      <a:pt x="1" y="14296"/>
                      <a:pt x="1" y="14296"/>
                    </a:cubicBezTo>
                    <a:lnTo>
                      <a:pt x="1518" y="18216"/>
                    </a:lnTo>
                    <a:cubicBezTo>
                      <a:pt x="1518" y="18216"/>
                      <a:pt x="3647" y="16626"/>
                      <a:pt x="4581" y="16298"/>
                    </a:cubicBezTo>
                    <a:cubicBezTo>
                      <a:pt x="5516" y="15972"/>
                      <a:pt x="7526" y="14662"/>
                      <a:pt x="8200" y="13309"/>
                    </a:cubicBezTo>
                    <a:cubicBezTo>
                      <a:pt x="8874" y="11953"/>
                      <a:pt x="13448" y="5972"/>
                      <a:pt x="13532" y="4278"/>
                    </a:cubicBezTo>
                    <a:cubicBezTo>
                      <a:pt x="13619" y="2583"/>
                      <a:pt x="13172" y="1751"/>
                      <a:pt x="12132" y="842"/>
                    </a:cubicBezTo>
                    <a:cubicBezTo>
                      <a:pt x="11511" y="299"/>
                      <a:pt x="10918" y="0"/>
                      <a:pt x="10383" y="0"/>
                    </a:cubicBezTo>
                    <a:close/>
                  </a:path>
                </a:pathLst>
              </a:custGeom>
              <a:solidFill>
                <a:srgbClr val="FFC5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1" name="Google Shape;2331;p55"/>
              <p:cNvSpPr/>
              <p:nvPr/>
            </p:nvSpPr>
            <p:spPr>
              <a:xfrm>
                <a:off x="-4207291" y="2378385"/>
                <a:ext cx="592773" cy="43116"/>
              </a:xfrm>
              <a:custGeom>
                <a:avLst/>
                <a:gdLst/>
                <a:ahLst/>
                <a:cxnLst/>
                <a:rect l="l" t="t" r="r" b="b"/>
                <a:pathLst>
                  <a:path w="27648" h="2011" extrusionOk="0">
                    <a:moveTo>
                      <a:pt x="27420" y="0"/>
                    </a:moveTo>
                    <a:cubicBezTo>
                      <a:pt x="27401" y="0"/>
                      <a:pt x="27382" y="3"/>
                      <a:pt x="27363" y="8"/>
                    </a:cubicBezTo>
                    <a:cubicBezTo>
                      <a:pt x="19919" y="1232"/>
                      <a:pt x="14020" y="1592"/>
                      <a:pt x="9652" y="1592"/>
                    </a:cubicBezTo>
                    <a:cubicBezTo>
                      <a:pt x="3430" y="1592"/>
                      <a:pt x="314" y="861"/>
                      <a:pt x="262" y="848"/>
                    </a:cubicBezTo>
                    <a:cubicBezTo>
                      <a:pt x="251" y="847"/>
                      <a:pt x="240" y="846"/>
                      <a:pt x="229" y="846"/>
                    </a:cubicBezTo>
                    <a:cubicBezTo>
                      <a:pt x="134" y="846"/>
                      <a:pt x="49" y="911"/>
                      <a:pt x="26" y="1006"/>
                    </a:cubicBezTo>
                    <a:cubicBezTo>
                      <a:pt x="1" y="1111"/>
                      <a:pt x="60" y="1221"/>
                      <a:pt x="163" y="1254"/>
                    </a:cubicBezTo>
                    <a:cubicBezTo>
                      <a:pt x="215" y="1267"/>
                      <a:pt x="3367" y="2010"/>
                      <a:pt x="9653" y="2010"/>
                    </a:cubicBezTo>
                    <a:cubicBezTo>
                      <a:pt x="14046" y="2010"/>
                      <a:pt x="19970" y="1648"/>
                      <a:pt x="27431" y="421"/>
                    </a:cubicBezTo>
                    <a:cubicBezTo>
                      <a:pt x="27557" y="412"/>
                      <a:pt x="27647" y="299"/>
                      <a:pt x="27626" y="177"/>
                    </a:cubicBezTo>
                    <a:cubicBezTo>
                      <a:pt x="27610" y="72"/>
                      <a:pt x="27520" y="0"/>
                      <a:pt x="274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2" name="Google Shape;2332;p55"/>
              <p:cNvSpPr/>
              <p:nvPr/>
            </p:nvSpPr>
            <p:spPr>
              <a:xfrm>
                <a:off x="-4188102" y="1509186"/>
                <a:ext cx="384376" cy="88612"/>
              </a:xfrm>
              <a:custGeom>
                <a:avLst/>
                <a:gdLst/>
                <a:ahLst/>
                <a:cxnLst/>
                <a:rect l="l" t="t" r="r" b="b"/>
                <a:pathLst>
                  <a:path w="17928" h="4133" extrusionOk="0">
                    <a:moveTo>
                      <a:pt x="10246" y="0"/>
                    </a:moveTo>
                    <a:cubicBezTo>
                      <a:pt x="8618" y="0"/>
                      <a:pt x="7129" y="121"/>
                      <a:pt x="6076" y="349"/>
                    </a:cubicBezTo>
                    <a:cubicBezTo>
                      <a:pt x="3299" y="952"/>
                      <a:pt x="268" y="3652"/>
                      <a:pt x="139" y="3766"/>
                    </a:cubicBezTo>
                    <a:cubicBezTo>
                      <a:pt x="0" y="3897"/>
                      <a:pt x="89" y="4130"/>
                      <a:pt x="280" y="4132"/>
                    </a:cubicBezTo>
                    <a:cubicBezTo>
                      <a:pt x="331" y="4132"/>
                      <a:pt x="381" y="4113"/>
                      <a:pt x="419" y="4078"/>
                    </a:cubicBezTo>
                    <a:cubicBezTo>
                      <a:pt x="451" y="4050"/>
                      <a:pt x="3497" y="1337"/>
                      <a:pt x="6164" y="758"/>
                    </a:cubicBezTo>
                    <a:cubicBezTo>
                      <a:pt x="7197" y="534"/>
                      <a:pt x="8657" y="417"/>
                      <a:pt x="10252" y="417"/>
                    </a:cubicBezTo>
                    <a:cubicBezTo>
                      <a:pt x="12760" y="417"/>
                      <a:pt x="15603" y="708"/>
                      <a:pt x="17654" y="1337"/>
                    </a:cubicBezTo>
                    <a:cubicBezTo>
                      <a:pt x="17668" y="1340"/>
                      <a:pt x="17682" y="1341"/>
                      <a:pt x="17696" y="1341"/>
                    </a:cubicBezTo>
                    <a:cubicBezTo>
                      <a:pt x="17786" y="1341"/>
                      <a:pt x="17869" y="1283"/>
                      <a:pt x="17896" y="1194"/>
                    </a:cubicBezTo>
                    <a:cubicBezTo>
                      <a:pt x="17928" y="1090"/>
                      <a:pt x="17877" y="979"/>
                      <a:pt x="17778" y="937"/>
                    </a:cubicBezTo>
                    <a:cubicBezTo>
                      <a:pt x="15692" y="297"/>
                      <a:pt x="12799" y="0"/>
                      <a:pt x="102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3" name="Google Shape;2333;p55"/>
              <p:cNvSpPr/>
              <p:nvPr/>
            </p:nvSpPr>
            <p:spPr>
              <a:xfrm>
                <a:off x="-4218954" y="1473574"/>
                <a:ext cx="359184" cy="31388"/>
              </a:xfrm>
              <a:custGeom>
                <a:avLst/>
                <a:gdLst/>
                <a:ahLst/>
                <a:cxnLst/>
                <a:rect l="l" t="t" r="r" b="b"/>
                <a:pathLst>
                  <a:path w="16753" h="1464" extrusionOk="0">
                    <a:moveTo>
                      <a:pt x="7761" y="0"/>
                    </a:moveTo>
                    <a:cubicBezTo>
                      <a:pt x="3505" y="0"/>
                      <a:pt x="288" y="622"/>
                      <a:pt x="235" y="634"/>
                    </a:cubicBezTo>
                    <a:cubicBezTo>
                      <a:pt x="1" y="705"/>
                      <a:pt x="60" y="1045"/>
                      <a:pt x="294" y="1045"/>
                    </a:cubicBezTo>
                    <a:cubicBezTo>
                      <a:pt x="302" y="1045"/>
                      <a:pt x="309" y="1045"/>
                      <a:pt x="317" y="1044"/>
                    </a:cubicBezTo>
                    <a:cubicBezTo>
                      <a:pt x="369" y="1034"/>
                      <a:pt x="3554" y="418"/>
                      <a:pt x="7764" y="418"/>
                    </a:cubicBezTo>
                    <a:cubicBezTo>
                      <a:pt x="10416" y="418"/>
                      <a:pt x="13475" y="663"/>
                      <a:pt x="16413" y="1457"/>
                    </a:cubicBezTo>
                    <a:cubicBezTo>
                      <a:pt x="16432" y="1461"/>
                      <a:pt x="16449" y="1463"/>
                      <a:pt x="16468" y="1463"/>
                    </a:cubicBezTo>
                    <a:lnTo>
                      <a:pt x="16470" y="1463"/>
                    </a:lnTo>
                    <a:cubicBezTo>
                      <a:pt x="16708" y="1457"/>
                      <a:pt x="16752" y="1122"/>
                      <a:pt x="16525" y="1053"/>
                    </a:cubicBezTo>
                    <a:cubicBezTo>
                      <a:pt x="13546" y="248"/>
                      <a:pt x="10447" y="0"/>
                      <a:pt x="77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4" name="Google Shape;2334;p55"/>
              <p:cNvSpPr/>
              <p:nvPr/>
            </p:nvSpPr>
            <p:spPr>
              <a:xfrm>
                <a:off x="-4065872" y="1568725"/>
                <a:ext cx="853226" cy="666698"/>
              </a:xfrm>
              <a:custGeom>
                <a:avLst/>
                <a:gdLst/>
                <a:ahLst/>
                <a:cxnLst/>
                <a:rect l="l" t="t" r="r" b="b"/>
                <a:pathLst>
                  <a:path w="39796" h="31096" extrusionOk="0">
                    <a:moveTo>
                      <a:pt x="8811" y="0"/>
                    </a:moveTo>
                    <a:cubicBezTo>
                      <a:pt x="7269" y="0"/>
                      <a:pt x="5365" y="543"/>
                      <a:pt x="3655" y="2581"/>
                    </a:cubicBezTo>
                    <a:cubicBezTo>
                      <a:pt x="0" y="6940"/>
                      <a:pt x="9698" y="28135"/>
                      <a:pt x="14012" y="30726"/>
                    </a:cubicBezTo>
                    <a:cubicBezTo>
                      <a:pt x="14435" y="30981"/>
                      <a:pt x="15005" y="31096"/>
                      <a:pt x="15689" y="31096"/>
                    </a:cubicBezTo>
                    <a:cubicBezTo>
                      <a:pt x="21974" y="31096"/>
                      <a:pt x="37881" y="21372"/>
                      <a:pt x="37815" y="20628"/>
                    </a:cubicBezTo>
                    <a:cubicBezTo>
                      <a:pt x="37741" y="19805"/>
                      <a:pt x="37714" y="19369"/>
                      <a:pt x="37714" y="19369"/>
                    </a:cubicBezTo>
                    <a:lnTo>
                      <a:pt x="39796" y="17704"/>
                    </a:lnTo>
                    <a:lnTo>
                      <a:pt x="37474" y="12984"/>
                    </a:lnTo>
                    <a:lnTo>
                      <a:pt x="35316" y="13761"/>
                    </a:lnTo>
                    <a:lnTo>
                      <a:pt x="33531" y="12456"/>
                    </a:lnTo>
                    <a:cubicBezTo>
                      <a:pt x="33531" y="12456"/>
                      <a:pt x="30346" y="12929"/>
                      <a:pt x="27163" y="13910"/>
                    </a:cubicBezTo>
                    <a:cubicBezTo>
                      <a:pt x="23978" y="14889"/>
                      <a:pt x="20462" y="15864"/>
                      <a:pt x="20462" y="15864"/>
                    </a:cubicBezTo>
                    <a:cubicBezTo>
                      <a:pt x="20462" y="15864"/>
                      <a:pt x="17260" y="4517"/>
                      <a:pt x="11854" y="703"/>
                    </a:cubicBezTo>
                    <a:cubicBezTo>
                      <a:pt x="11854" y="703"/>
                      <a:pt x="10567" y="0"/>
                      <a:pt x="88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5" name="Google Shape;2335;p55"/>
              <p:cNvSpPr/>
              <p:nvPr/>
            </p:nvSpPr>
            <p:spPr>
              <a:xfrm>
                <a:off x="-3313371" y="1869721"/>
                <a:ext cx="52078" cy="10286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4798" extrusionOk="0">
                    <a:moveTo>
                      <a:pt x="246" y="1"/>
                    </a:moveTo>
                    <a:cubicBezTo>
                      <a:pt x="218" y="1"/>
                      <a:pt x="189" y="6"/>
                      <a:pt x="161" y="19"/>
                    </a:cubicBezTo>
                    <a:cubicBezTo>
                      <a:pt x="47" y="69"/>
                      <a:pt x="1" y="206"/>
                      <a:pt x="62" y="314"/>
                    </a:cubicBezTo>
                    <a:lnTo>
                      <a:pt x="1986" y="4673"/>
                    </a:lnTo>
                    <a:cubicBezTo>
                      <a:pt x="2020" y="4749"/>
                      <a:pt x="2096" y="4798"/>
                      <a:pt x="2178" y="4798"/>
                    </a:cubicBezTo>
                    <a:cubicBezTo>
                      <a:pt x="2329" y="4795"/>
                      <a:pt x="2428" y="4642"/>
                      <a:pt x="2369" y="4503"/>
                    </a:cubicBezTo>
                    <a:lnTo>
                      <a:pt x="445" y="145"/>
                    </a:lnTo>
                    <a:cubicBezTo>
                      <a:pt x="417" y="56"/>
                      <a:pt x="334" y="1"/>
                      <a:pt x="2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6" name="Google Shape;2336;p55"/>
              <p:cNvSpPr/>
              <p:nvPr/>
            </p:nvSpPr>
            <p:spPr>
              <a:xfrm>
                <a:off x="-3745473" y="1914423"/>
                <a:ext cx="114425" cy="166803"/>
              </a:xfrm>
              <a:custGeom>
                <a:avLst/>
                <a:gdLst/>
                <a:ahLst/>
                <a:cxnLst/>
                <a:rect l="l" t="t" r="r" b="b"/>
                <a:pathLst>
                  <a:path w="5337" h="7780" extrusionOk="0">
                    <a:moveTo>
                      <a:pt x="5094" y="0"/>
                    </a:moveTo>
                    <a:cubicBezTo>
                      <a:pt x="5044" y="0"/>
                      <a:pt x="4994" y="18"/>
                      <a:pt x="4954" y="54"/>
                    </a:cubicBezTo>
                    <a:cubicBezTo>
                      <a:pt x="4756" y="201"/>
                      <a:pt x="122" y="3668"/>
                      <a:pt x="2" y="7563"/>
                    </a:cubicBezTo>
                    <a:cubicBezTo>
                      <a:pt x="0" y="7679"/>
                      <a:pt x="91" y="7775"/>
                      <a:pt x="205" y="7780"/>
                    </a:cubicBezTo>
                    <a:lnTo>
                      <a:pt x="213" y="7780"/>
                    </a:lnTo>
                    <a:cubicBezTo>
                      <a:pt x="325" y="7777"/>
                      <a:pt x="417" y="7689"/>
                      <a:pt x="421" y="7575"/>
                    </a:cubicBezTo>
                    <a:cubicBezTo>
                      <a:pt x="535" y="3885"/>
                      <a:pt x="5156" y="426"/>
                      <a:pt x="5202" y="393"/>
                    </a:cubicBezTo>
                    <a:cubicBezTo>
                      <a:pt x="5310" y="327"/>
                      <a:pt x="5337" y="186"/>
                      <a:pt x="5263" y="85"/>
                    </a:cubicBezTo>
                    <a:cubicBezTo>
                      <a:pt x="5222" y="30"/>
                      <a:pt x="5158" y="0"/>
                      <a:pt x="50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7" name="Google Shape;2337;p55"/>
              <p:cNvSpPr/>
              <p:nvPr/>
            </p:nvSpPr>
            <p:spPr>
              <a:xfrm>
                <a:off x="-3611301" y="4241778"/>
                <a:ext cx="131234" cy="103963"/>
              </a:xfrm>
              <a:custGeom>
                <a:avLst/>
                <a:gdLst/>
                <a:ahLst/>
                <a:cxnLst/>
                <a:rect l="l" t="t" r="r" b="b"/>
                <a:pathLst>
                  <a:path w="6121" h="4849" extrusionOk="0">
                    <a:moveTo>
                      <a:pt x="1415" y="1"/>
                    </a:moveTo>
                    <a:cubicBezTo>
                      <a:pt x="1345" y="1"/>
                      <a:pt x="1275" y="35"/>
                      <a:pt x="1232" y="116"/>
                    </a:cubicBezTo>
                    <a:cubicBezTo>
                      <a:pt x="1020" y="647"/>
                      <a:pt x="1" y="3337"/>
                      <a:pt x="814" y="4043"/>
                    </a:cubicBezTo>
                    <a:cubicBezTo>
                      <a:pt x="1388" y="4544"/>
                      <a:pt x="3077" y="4849"/>
                      <a:pt x="4199" y="4849"/>
                    </a:cubicBezTo>
                    <a:cubicBezTo>
                      <a:pt x="4394" y="4849"/>
                      <a:pt x="4590" y="4838"/>
                      <a:pt x="4786" y="4811"/>
                    </a:cubicBezTo>
                    <a:cubicBezTo>
                      <a:pt x="5110" y="4763"/>
                      <a:pt x="5306" y="4668"/>
                      <a:pt x="5399" y="4516"/>
                    </a:cubicBezTo>
                    <a:cubicBezTo>
                      <a:pt x="5727" y="3988"/>
                      <a:pt x="6070" y="1270"/>
                      <a:pt x="6108" y="961"/>
                    </a:cubicBezTo>
                    <a:cubicBezTo>
                      <a:pt x="6121" y="847"/>
                      <a:pt x="6041" y="742"/>
                      <a:pt x="5925" y="727"/>
                    </a:cubicBezTo>
                    <a:cubicBezTo>
                      <a:pt x="5916" y="726"/>
                      <a:pt x="5907" y="725"/>
                      <a:pt x="5898" y="725"/>
                    </a:cubicBezTo>
                    <a:cubicBezTo>
                      <a:pt x="5793" y="725"/>
                      <a:pt x="5703" y="803"/>
                      <a:pt x="5691" y="910"/>
                    </a:cubicBezTo>
                    <a:cubicBezTo>
                      <a:pt x="5552" y="2038"/>
                      <a:pt x="5253" y="3956"/>
                      <a:pt x="5045" y="4293"/>
                    </a:cubicBezTo>
                    <a:cubicBezTo>
                      <a:pt x="5045" y="4295"/>
                      <a:pt x="4969" y="4382"/>
                      <a:pt x="4559" y="4415"/>
                    </a:cubicBezTo>
                    <a:cubicBezTo>
                      <a:pt x="4446" y="4425"/>
                      <a:pt x="4323" y="4430"/>
                      <a:pt x="4192" y="4430"/>
                    </a:cubicBezTo>
                    <a:cubicBezTo>
                      <a:pt x="3129" y="4430"/>
                      <a:pt x="1543" y="4124"/>
                      <a:pt x="1087" y="3727"/>
                    </a:cubicBezTo>
                    <a:cubicBezTo>
                      <a:pt x="656" y="3350"/>
                      <a:pt x="1140" y="1479"/>
                      <a:pt x="1622" y="270"/>
                    </a:cubicBezTo>
                    <a:cubicBezTo>
                      <a:pt x="1667" y="113"/>
                      <a:pt x="1542" y="1"/>
                      <a:pt x="14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8" name="Google Shape;2338;p55"/>
              <p:cNvSpPr/>
              <p:nvPr/>
            </p:nvSpPr>
            <p:spPr>
              <a:xfrm>
                <a:off x="-3572838" y="4249775"/>
                <a:ext cx="58102" cy="68887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3213" extrusionOk="0">
                    <a:moveTo>
                      <a:pt x="1133" y="1"/>
                    </a:moveTo>
                    <a:cubicBezTo>
                      <a:pt x="1066" y="1"/>
                      <a:pt x="999" y="33"/>
                      <a:pt x="956" y="108"/>
                    </a:cubicBezTo>
                    <a:cubicBezTo>
                      <a:pt x="657" y="764"/>
                      <a:pt x="1" y="2343"/>
                      <a:pt x="377" y="2809"/>
                    </a:cubicBezTo>
                    <a:cubicBezTo>
                      <a:pt x="586" y="3064"/>
                      <a:pt x="899" y="3213"/>
                      <a:pt x="1229" y="3213"/>
                    </a:cubicBezTo>
                    <a:cubicBezTo>
                      <a:pt x="1232" y="3213"/>
                      <a:pt x="1234" y="3213"/>
                      <a:pt x="1236" y="3213"/>
                    </a:cubicBezTo>
                    <a:lnTo>
                      <a:pt x="1266" y="3213"/>
                    </a:lnTo>
                    <a:cubicBezTo>
                      <a:pt x="1579" y="3204"/>
                      <a:pt x="1855" y="3065"/>
                      <a:pt x="2024" y="2832"/>
                    </a:cubicBezTo>
                    <a:cubicBezTo>
                      <a:pt x="2339" y="2398"/>
                      <a:pt x="2664" y="663"/>
                      <a:pt x="2699" y="466"/>
                    </a:cubicBezTo>
                    <a:cubicBezTo>
                      <a:pt x="2710" y="358"/>
                      <a:pt x="2634" y="259"/>
                      <a:pt x="2527" y="240"/>
                    </a:cubicBezTo>
                    <a:cubicBezTo>
                      <a:pt x="2514" y="238"/>
                      <a:pt x="2501" y="236"/>
                      <a:pt x="2488" y="236"/>
                    </a:cubicBezTo>
                    <a:cubicBezTo>
                      <a:pt x="2397" y="236"/>
                      <a:pt x="2313" y="300"/>
                      <a:pt x="2287" y="392"/>
                    </a:cubicBezTo>
                    <a:cubicBezTo>
                      <a:pt x="2158" y="1097"/>
                      <a:pt x="1880" y="2316"/>
                      <a:pt x="1685" y="2588"/>
                    </a:cubicBezTo>
                    <a:cubicBezTo>
                      <a:pt x="1594" y="2714"/>
                      <a:pt x="1436" y="2790"/>
                      <a:pt x="1255" y="2794"/>
                    </a:cubicBezTo>
                    <a:cubicBezTo>
                      <a:pt x="1244" y="2794"/>
                      <a:pt x="1233" y="2795"/>
                      <a:pt x="1222" y="2795"/>
                    </a:cubicBezTo>
                    <a:cubicBezTo>
                      <a:pt x="1021" y="2795"/>
                      <a:pt x="829" y="2705"/>
                      <a:pt x="704" y="2548"/>
                    </a:cubicBezTo>
                    <a:cubicBezTo>
                      <a:pt x="571" y="2381"/>
                      <a:pt x="872" y="1301"/>
                      <a:pt x="1337" y="282"/>
                    </a:cubicBezTo>
                    <a:cubicBezTo>
                      <a:pt x="1392" y="122"/>
                      <a:pt x="1263" y="1"/>
                      <a:pt x="11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9" name="Google Shape;2339;p55"/>
              <p:cNvSpPr/>
              <p:nvPr/>
            </p:nvSpPr>
            <p:spPr>
              <a:xfrm>
                <a:off x="-3873105" y="4132970"/>
                <a:ext cx="302240" cy="29673"/>
              </a:xfrm>
              <a:custGeom>
                <a:avLst/>
                <a:gdLst/>
                <a:ahLst/>
                <a:cxnLst/>
                <a:rect l="l" t="t" r="r" b="b"/>
                <a:pathLst>
                  <a:path w="14097" h="1384" extrusionOk="0">
                    <a:moveTo>
                      <a:pt x="13892" y="0"/>
                    </a:moveTo>
                    <a:cubicBezTo>
                      <a:pt x="13889" y="0"/>
                      <a:pt x="13886" y="0"/>
                      <a:pt x="13883" y="0"/>
                    </a:cubicBezTo>
                    <a:lnTo>
                      <a:pt x="181" y="1002"/>
                    </a:lnTo>
                    <a:cubicBezTo>
                      <a:pt x="78" y="1009"/>
                      <a:pt x="0" y="1097"/>
                      <a:pt x="2" y="1200"/>
                    </a:cubicBezTo>
                    <a:cubicBezTo>
                      <a:pt x="6" y="1301"/>
                      <a:pt x="91" y="1383"/>
                      <a:pt x="194" y="1383"/>
                    </a:cubicBezTo>
                    <a:lnTo>
                      <a:pt x="206" y="1383"/>
                    </a:lnTo>
                    <a:lnTo>
                      <a:pt x="13911" y="383"/>
                    </a:lnTo>
                    <a:cubicBezTo>
                      <a:pt x="14016" y="375"/>
                      <a:pt x="14096" y="282"/>
                      <a:pt x="14088" y="177"/>
                    </a:cubicBezTo>
                    <a:cubicBezTo>
                      <a:pt x="14077" y="77"/>
                      <a:pt x="13993" y="0"/>
                      <a:pt x="13892" y="0"/>
                    </a:cubicBezTo>
                    <a:close/>
                  </a:path>
                </a:pathLst>
              </a:custGeom>
              <a:solidFill>
                <a:srgbClr val="1032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0" name="Google Shape;2340;p55"/>
              <p:cNvSpPr/>
              <p:nvPr/>
            </p:nvSpPr>
            <p:spPr>
              <a:xfrm>
                <a:off x="-3780013" y="2495018"/>
                <a:ext cx="81322" cy="1655704"/>
              </a:xfrm>
              <a:custGeom>
                <a:avLst/>
                <a:gdLst/>
                <a:ahLst/>
                <a:cxnLst/>
                <a:rect l="l" t="t" r="r" b="b"/>
                <a:pathLst>
                  <a:path w="3793" h="77225" extrusionOk="0">
                    <a:moveTo>
                      <a:pt x="206" y="0"/>
                    </a:moveTo>
                    <a:cubicBezTo>
                      <a:pt x="199" y="0"/>
                      <a:pt x="191" y="1"/>
                      <a:pt x="184" y="2"/>
                    </a:cubicBezTo>
                    <a:cubicBezTo>
                      <a:pt x="79" y="10"/>
                      <a:pt x="1" y="101"/>
                      <a:pt x="7" y="206"/>
                    </a:cubicBezTo>
                    <a:cubicBezTo>
                      <a:pt x="41" y="658"/>
                      <a:pt x="3253" y="45226"/>
                      <a:pt x="3331" y="47357"/>
                    </a:cubicBezTo>
                    <a:cubicBezTo>
                      <a:pt x="3409" y="49487"/>
                      <a:pt x="2969" y="76755"/>
                      <a:pt x="2965" y="77031"/>
                    </a:cubicBezTo>
                    <a:cubicBezTo>
                      <a:pt x="2963" y="77136"/>
                      <a:pt x="3047" y="77222"/>
                      <a:pt x="3152" y="77225"/>
                    </a:cubicBezTo>
                    <a:lnTo>
                      <a:pt x="3157" y="77225"/>
                    </a:lnTo>
                    <a:cubicBezTo>
                      <a:pt x="3262" y="77225"/>
                      <a:pt x="3346" y="77140"/>
                      <a:pt x="3348" y="77037"/>
                    </a:cubicBezTo>
                    <a:cubicBezTo>
                      <a:pt x="3352" y="76761"/>
                      <a:pt x="3792" y="49481"/>
                      <a:pt x="3714" y="47342"/>
                    </a:cubicBezTo>
                    <a:cubicBezTo>
                      <a:pt x="3637" y="45205"/>
                      <a:pt x="422" y="629"/>
                      <a:pt x="390" y="178"/>
                    </a:cubicBezTo>
                    <a:cubicBezTo>
                      <a:pt x="386" y="78"/>
                      <a:pt x="304" y="0"/>
                      <a:pt x="2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1" name="Google Shape;2341;p55"/>
              <p:cNvSpPr/>
              <p:nvPr/>
            </p:nvSpPr>
            <p:spPr>
              <a:xfrm>
                <a:off x="-3762668" y="2482669"/>
                <a:ext cx="98988" cy="208332"/>
              </a:xfrm>
              <a:custGeom>
                <a:avLst/>
                <a:gdLst/>
                <a:ahLst/>
                <a:cxnLst/>
                <a:rect l="l" t="t" r="r" b="b"/>
                <a:pathLst>
                  <a:path w="4617" h="9717" extrusionOk="0">
                    <a:moveTo>
                      <a:pt x="3497" y="0"/>
                    </a:moveTo>
                    <a:cubicBezTo>
                      <a:pt x="3487" y="0"/>
                      <a:pt x="3476" y="1"/>
                      <a:pt x="3465" y="3"/>
                    </a:cubicBezTo>
                    <a:cubicBezTo>
                      <a:pt x="3362" y="22"/>
                      <a:pt x="3293" y="121"/>
                      <a:pt x="3312" y="226"/>
                    </a:cubicBezTo>
                    <a:cubicBezTo>
                      <a:pt x="3324" y="304"/>
                      <a:pt x="4617" y="7979"/>
                      <a:pt x="211" y="9341"/>
                    </a:cubicBezTo>
                    <a:cubicBezTo>
                      <a:pt x="0" y="9407"/>
                      <a:pt x="47" y="9714"/>
                      <a:pt x="266" y="9716"/>
                    </a:cubicBezTo>
                    <a:cubicBezTo>
                      <a:pt x="287" y="9716"/>
                      <a:pt x="306" y="9712"/>
                      <a:pt x="322" y="9708"/>
                    </a:cubicBezTo>
                    <a:cubicBezTo>
                      <a:pt x="2291" y="9099"/>
                      <a:pt x="3495" y="7245"/>
                      <a:pt x="3806" y="4344"/>
                    </a:cubicBezTo>
                    <a:cubicBezTo>
                      <a:pt x="4036" y="2186"/>
                      <a:pt x="3703" y="241"/>
                      <a:pt x="3689" y="159"/>
                    </a:cubicBezTo>
                    <a:cubicBezTo>
                      <a:pt x="3671" y="66"/>
                      <a:pt x="3590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2" name="Google Shape;2342;p55"/>
              <p:cNvSpPr/>
              <p:nvPr/>
            </p:nvSpPr>
            <p:spPr>
              <a:xfrm>
                <a:off x="-4137653" y="2794921"/>
                <a:ext cx="240643" cy="674910"/>
              </a:xfrm>
              <a:custGeom>
                <a:avLst/>
                <a:gdLst/>
                <a:ahLst/>
                <a:cxnLst/>
                <a:rect l="l" t="t" r="r" b="b"/>
                <a:pathLst>
                  <a:path w="11224" h="31479" extrusionOk="0">
                    <a:moveTo>
                      <a:pt x="218" y="1"/>
                    </a:moveTo>
                    <a:cubicBezTo>
                      <a:pt x="178" y="1"/>
                      <a:pt x="138" y="13"/>
                      <a:pt x="104" y="38"/>
                    </a:cubicBezTo>
                    <a:cubicBezTo>
                      <a:pt x="20" y="101"/>
                      <a:pt x="1" y="217"/>
                      <a:pt x="62" y="303"/>
                    </a:cubicBezTo>
                    <a:lnTo>
                      <a:pt x="5573" y="7690"/>
                    </a:lnTo>
                    <a:lnTo>
                      <a:pt x="10825" y="31327"/>
                    </a:lnTo>
                    <a:cubicBezTo>
                      <a:pt x="10847" y="31415"/>
                      <a:pt x="10924" y="31476"/>
                      <a:pt x="11013" y="31478"/>
                    </a:cubicBezTo>
                    <a:cubicBezTo>
                      <a:pt x="11028" y="31476"/>
                      <a:pt x="11042" y="31476"/>
                      <a:pt x="11057" y="31472"/>
                    </a:cubicBezTo>
                    <a:cubicBezTo>
                      <a:pt x="11160" y="31449"/>
                      <a:pt x="11223" y="31348"/>
                      <a:pt x="11202" y="31245"/>
                    </a:cubicBezTo>
                    <a:lnTo>
                      <a:pt x="5939" y="7568"/>
                    </a:lnTo>
                    <a:lnTo>
                      <a:pt x="369" y="74"/>
                    </a:lnTo>
                    <a:cubicBezTo>
                      <a:pt x="331" y="26"/>
                      <a:pt x="274" y="1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3" name="Google Shape;2343;p55"/>
              <p:cNvSpPr/>
              <p:nvPr/>
            </p:nvSpPr>
            <p:spPr>
              <a:xfrm>
                <a:off x="-4014202" y="1564501"/>
                <a:ext cx="426635" cy="675381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31501" extrusionOk="0">
                    <a:moveTo>
                      <a:pt x="6398" y="0"/>
                    </a:moveTo>
                    <a:cubicBezTo>
                      <a:pt x="4802" y="0"/>
                      <a:pt x="2836" y="556"/>
                      <a:pt x="1085" y="2645"/>
                    </a:cubicBezTo>
                    <a:cubicBezTo>
                      <a:pt x="205" y="3691"/>
                      <a:pt x="0" y="5666"/>
                      <a:pt x="476" y="8510"/>
                    </a:cubicBezTo>
                    <a:cubicBezTo>
                      <a:pt x="1756" y="16145"/>
                      <a:pt x="8036" y="29025"/>
                      <a:pt x="11492" y="31102"/>
                    </a:cubicBezTo>
                    <a:cubicBezTo>
                      <a:pt x="11937" y="31368"/>
                      <a:pt x="12532" y="31500"/>
                      <a:pt x="13280" y="31500"/>
                    </a:cubicBezTo>
                    <a:cubicBezTo>
                      <a:pt x="14812" y="31500"/>
                      <a:pt x="16978" y="30946"/>
                      <a:pt x="19757" y="29843"/>
                    </a:cubicBezTo>
                    <a:cubicBezTo>
                      <a:pt x="19854" y="29795"/>
                      <a:pt x="19898" y="29679"/>
                      <a:pt x="19858" y="29578"/>
                    </a:cubicBezTo>
                    <a:cubicBezTo>
                      <a:pt x="19826" y="29496"/>
                      <a:pt x="19747" y="29445"/>
                      <a:pt x="19663" y="29445"/>
                    </a:cubicBezTo>
                    <a:cubicBezTo>
                      <a:pt x="19643" y="29445"/>
                      <a:pt x="19623" y="29448"/>
                      <a:pt x="19603" y="29454"/>
                    </a:cubicBezTo>
                    <a:cubicBezTo>
                      <a:pt x="16881" y="30535"/>
                      <a:pt x="14738" y="31082"/>
                      <a:pt x="13273" y="31082"/>
                    </a:cubicBezTo>
                    <a:cubicBezTo>
                      <a:pt x="12610" y="31082"/>
                      <a:pt x="12086" y="30970"/>
                      <a:pt x="11709" y="30744"/>
                    </a:cubicBezTo>
                    <a:cubicBezTo>
                      <a:pt x="8600" y="28875"/>
                      <a:pt x="2255" y="16587"/>
                      <a:pt x="891" y="8440"/>
                    </a:cubicBezTo>
                    <a:cubicBezTo>
                      <a:pt x="442" y="5761"/>
                      <a:pt x="619" y="3849"/>
                      <a:pt x="1405" y="2912"/>
                    </a:cubicBezTo>
                    <a:cubicBezTo>
                      <a:pt x="3075" y="921"/>
                      <a:pt x="4919" y="392"/>
                      <a:pt x="6408" y="392"/>
                    </a:cubicBezTo>
                    <a:cubicBezTo>
                      <a:pt x="8038" y="392"/>
                      <a:pt x="9242" y="1026"/>
                      <a:pt x="9324" y="1070"/>
                    </a:cubicBezTo>
                    <a:cubicBezTo>
                      <a:pt x="11172" y="2376"/>
                      <a:pt x="12966" y="4721"/>
                      <a:pt x="14654" y="8040"/>
                    </a:cubicBezTo>
                    <a:cubicBezTo>
                      <a:pt x="14686" y="8124"/>
                      <a:pt x="14767" y="8175"/>
                      <a:pt x="14851" y="8175"/>
                    </a:cubicBezTo>
                    <a:cubicBezTo>
                      <a:pt x="14883" y="8175"/>
                      <a:pt x="14916" y="8168"/>
                      <a:pt x="14947" y="8152"/>
                    </a:cubicBezTo>
                    <a:cubicBezTo>
                      <a:pt x="15058" y="8095"/>
                      <a:pt x="15096" y="7954"/>
                      <a:pt x="15027" y="7849"/>
                    </a:cubicBezTo>
                    <a:cubicBezTo>
                      <a:pt x="13307" y="4468"/>
                      <a:pt x="11469" y="2072"/>
                      <a:pt x="9545" y="717"/>
                    </a:cubicBezTo>
                    <a:cubicBezTo>
                      <a:pt x="9521" y="703"/>
                      <a:pt x="8194" y="0"/>
                      <a:pt x="63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4" name="Google Shape;2344;p55"/>
              <p:cNvSpPr/>
              <p:nvPr/>
            </p:nvSpPr>
            <p:spPr>
              <a:xfrm>
                <a:off x="-3144467" y="1560963"/>
                <a:ext cx="112217" cy="123087"/>
              </a:xfrm>
              <a:custGeom>
                <a:avLst/>
                <a:gdLst/>
                <a:ahLst/>
                <a:cxnLst/>
                <a:rect l="l" t="t" r="r" b="b"/>
                <a:pathLst>
                  <a:path w="5234" h="5741" extrusionOk="0">
                    <a:moveTo>
                      <a:pt x="5027" y="1"/>
                    </a:moveTo>
                    <a:cubicBezTo>
                      <a:pt x="5015" y="1"/>
                      <a:pt x="5003" y="2"/>
                      <a:pt x="4992" y="4"/>
                    </a:cubicBezTo>
                    <a:cubicBezTo>
                      <a:pt x="4388" y="132"/>
                      <a:pt x="1095" y="4193"/>
                      <a:pt x="99" y="5433"/>
                    </a:cubicBezTo>
                    <a:cubicBezTo>
                      <a:pt x="0" y="5557"/>
                      <a:pt x="89" y="5740"/>
                      <a:pt x="247" y="5740"/>
                    </a:cubicBezTo>
                    <a:cubicBezTo>
                      <a:pt x="306" y="5740"/>
                      <a:pt x="358" y="5715"/>
                      <a:pt x="396" y="5671"/>
                    </a:cubicBezTo>
                    <a:cubicBezTo>
                      <a:pt x="2379" y="3195"/>
                      <a:pt x="4693" y="496"/>
                      <a:pt x="5070" y="374"/>
                    </a:cubicBezTo>
                    <a:cubicBezTo>
                      <a:pt x="5171" y="351"/>
                      <a:pt x="5234" y="250"/>
                      <a:pt x="5213" y="151"/>
                    </a:cubicBezTo>
                    <a:cubicBezTo>
                      <a:pt x="5194" y="62"/>
                      <a:pt x="5115" y="1"/>
                      <a:pt x="50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5" name="Google Shape;2345;p55"/>
              <p:cNvSpPr/>
              <p:nvPr/>
            </p:nvSpPr>
            <p:spPr>
              <a:xfrm>
                <a:off x="-3111964" y="1580002"/>
                <a:ext cx="101240" cy="124759"/>
              </a:xfrm>
              <a:custGeom>
                <a:avLst/>
                <a:gdLst/>
                <a:ahLst/>
                <a:cxnLst/>
                <a:rect l="l" t="t" r="r" b="b"/>
                <a:pathLst>
                  <a:path w="4722" h="5819" extrusionOk="0">
                    <a:moveTo>
                      <a:pt x="4513" y="0"/>
                    </a:moveTo>
                    <a:cubicBezTo>
                      <a:pt x="4501" y="0"/>
                      <a:pt x="4488" y="2"/>
                      <a:pt x="4476" y="4"/>
                    </a:cubicBezTo>
                    <a:cubicBezTo>
                      <a:pt x="4000" y="147"/>
                      <a:pt x="1230" y="3909"/>
                      <a:pt x="61" y="5520"/>
                    </a:cubicBezTo>
                    <a:cubicBezTo>
                      <a:pt x="0" y="5604"/>
                      <a:pt x="19" y="5722"/>
                      <a:pt x="103" y="5783"/>
                    </a:cubicBezTo>
                    <a:cubicBezTo>
                      <a:pt x="135" y="5806"/>
                      <a:pt x="173" y="5819"/>
                      <a:pt x="213" y="5819"/>
                    </a:cubicBezTo>
                    <a:cubicBezTo>
                      <a:pt x="274" y="5819"/>
                      <a:pt x="331" y="5789"/>
                      <a:pt x="366" y="5739"/>
                    </a:cubicBezTo>
                    <a:cubicBezTo>
                      <a:pt x="2173" y="3255"/>
                      <a:pt x="4267" y="524"/>
                      <a:pt x="4585" y="364"/>
                    </a:cubicBezTo>
                    <a:cubicBezTo>
                      <a:pt x="4676" y="326"/>
                      <a:pt x="4722" y="227"/>
                      <a:pt x="4695" y="135"/>
                    </a:cubicBezTo>
                    <a:cubicBezTo>
                      <a:pt x="4669" y="53"/>
                      <a:pt x="4594" y="0"/>
                      <a:pt x="4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6" name="Google Shape;2346;p55"/>
              <p:cNvSpPr/>
              <p:nvPr/>
            </p:nvSpPr>
            <p:spPr>
              <a:xfrm>
                <a:off x="-3083084" y="1609053"/>
                <a:ext cx="94357" cy="126496"/>
              </a:xfrm>
              <a:custGeom>
                <a:avLst/>
                <a:gdLst/>
                <a:ahLst/>
                <a:cxnLst/>
                <a:rect l="l" t="t" r="r" b="b"/>
                <a:pathLst>
                  <a:path w="4401" h="5900" extrusionOk="0">
                    <a:moveTo>
                      <a:pt x="4185" y="1"/>
                    </a:moveTo>
                    <a:cubicBezTo>
                      <a:pt x="4124" y="1"/>
                      <a:pt x="4064" y="30"/>
                      <a:pt x="4028" y="85"/>
                    </a:cubicBezTo>
                    <a:lnTo>
                      <a:pt x="91" y="5600"/>
                    </a:lnTo>
                    <a:cubicBezTo>
                      <a:pt x="0" y="5727"/>
                      <a:pt x="91" y="5899"/>
                      <a:pt x="245" y="5899"/>
                    </a:cubicBezTo>
                    <a:cubicBezTo>
                      <a:pt x="306" y="5899"/>
                      <a:pt x="362" y="5870"/>
                      <a:pt x="398" y="5819"/>
                    </a:cubicBezTo>
                    <a:lnTo>
                      <a:pt x="4335" y="304"/>
                    </a:lnTo>
                    <a:cubicBezTo>
                      <a:pt x="4400" y="220"/>
                      <a:pt x="4381" y="98"/>
                      <a:pt x="4295" y="36"/>
                    </a:cubicBezTo>
                    <a:cubicBezTo>
                      <a:pt x="4262" y="12"/>
                      <a:pt x="4223" y="1"/>
                      <a:pt x="41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7" name="Google Shape;2347;p55"/>
              <p:cNvSpPr/>
              <p:nvPr/>
            </p:nvSpPr>
            <p:spPr>
              <a:xfrm>
                <a:off x="-4282888" y="1602900"/>
                <a:ext cx="95301" cy="864804"/>
              </a:xfrm>
              <a:custGeom>
                <a:avLst/>
                <a:gdLst/>
                <a:ahLst/>
                <a:cxnLst/>
                <a:rect l="l" t="t" r="r" b="b"/>
                <a:pathLst>
                  <a:path w="4445" h="40336" extrusionOk="0">
                    <a:moveTo>
                      <a:pt x="4227" y="0"/>
                    </a:moveTo>
                    <a:cubicBezTo>
                      <a:pt x="4121" y="0"/>
                      <a:pt x="4029" y="80"/>
                      <a:pt x="4015" y="187"/>
                    </a:cubicBezTo>
                    <a:cubicBezTo>
                      <a:pt x="3857" y="1572"/>
                      <a:pt x="118" y="34126"/>
                      <a:pt x="53" y="34860"/>
                    </a:cubicBezTo>
                    <a:cubicBezTo>
                      <a:pt x="1" y="35460"/>
                      <a:pt x="546" y="35804"/>
                      <a:pt x="1123" y="36170"/>
                    </a:cubicBezTo>
                    <a:cubicBezTo>
                      <a:pt x="1436" y="36368"/>
                      <a:pt x="1758" y="36574"/>
                      <a:pt x="2034" y="36835"/>
                    </a:cubicBezTo>
                    <a:cubicBezTo>
                      <a:pt x="2434" y="37216"/>
                      <a:pt x="2415" y="37490"/>
                      <a:pt x="2371" y="38153"/>
                    </a:cubicBezTo>
                    <a:cubicBezTo>
                      <a:pt x="2339" y="38614"/>
                      <a:pt x="2297" y="39245"/>
                      <a:pt x="2405" y="40151"/>
                    </a:cubicBezTo>
                    <a:cubicBezTo>
                      <a:pt x="2417" y="40256"/>
                      <a:pt x="2507" y="40333"/>
                      <a:pt x="2612" y="40336"/>
                    </a:cubicBezTo>
                    <a:lnTo>
                      <a:pt x="2612" y="40336"/>
                    </a:lnTo>
                    <a:cubicBezTo>
                      <a:pt x="2736" y="40333"/>
                      <a:pt x="2834" y="40224"/>
                      <a:pt x="2819" y="40100"/>
                    </a:cubicBezTo>
                    <a:cubicBezTo>
                      <a:pt x="2716" y="39235"/>
                      <a:pt x="2754" y="38652"/>
                      <a:pt x="2786" y="38182"/>
                    </a:cubicBezTo>
                    <a:cubicBezTo>
                      <a:pt x="2832" y="37498"/>
                      <a:pt x="2863" y="37048"/>
                      <a:pt x="2320" y="36532"/>
                    </a:cubicBezTo>
                    <a:cubicBezTo>
                      <a:pt x="2017" y="36241"/>
                      <a:pt x="1661" y="36016"/>
                      <a:pt x="1348" y="35816"/>
                    </a:cubicBezTo>
                    <a:cubicBezTo>
                      <a:pt x="786" y="35460"/>
                      <a:pt x="443" y="35225"/>
                      <a:pt x="470" y="34896"/>
                    </a:cubicBezTo>
                    <a:cubicBezTo>
                      <a:pt x="535" y="34168"/>
                      <a:pt x="4392" y="572"/>
                      <a:pt x="4432" y="233"/>
                    </a:cubicBezTo>
                    <a:cubicBezTo>
                      <a:pt x="4444" y="119"/>
                      <a:pt x="4362" y="16"/>
                      <a:pt x="4247" y="1"/>
                    </a:cubicBezTo>
                    <a:cubicBezTo>
                      <a:pt x="4240" y="1"/>
                      <a:pt x="4233" y="0"/>
                      <a:pt x="4227" y="0"/>
                    </a:cubicBezTo>
                    <a:close/>
                    <a:moveTo>
                      <a:pt x="2612" y="40336"/>
                    </a:moveTo>
                    <a:cubicBezTo>
                      <a:pt x="2612" y="40336"/>
                      <a:pt x="2611" y="40336"/>
                      <a:pt x="2611" y="40336"/>
                    </a:cubicBezTo>
                    <a:lnTo>
                      <a:pt x="2613" y="40336"/>
                    </a:lnTo>
                    <a:cubicBezTo>
                      <a:pt x="2613" y="40336"/>
                      <a:pt x="2612" y="40336"/>
                      <a:pt x="2612" y="403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8" name="Google Shape;2348;p55"/>
              <p:cNvSpPr/>
              <p:nvPr/>
            </p:nvSpPr>
            <p:spPr>
              <a:xfrm>
                <a:off x="-4381190" y="2071171"/>
                <a:ext cx="135008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6297" h="1566" extrusionOk="0">
                    <a:moveTo>
                      <a:pt x="1217" y="1"/>
                    </a:moveTo>
                    <a:cubicBezTo>
                      <a:pt x="651" y="1"/>
                      <a:pt x="257" y="23"/>
                      <a:pt x="203" y="26"/>
                    </a:cubicBezTo>
                    <a:cubicBezTo>
                      <a:pt x="89" y="35"/>
                      <a:pt x="1" y="134"/>
                      <a:pt x="7" y="248"/>
                    </a:cubicBezTo>
                    <a:cubicBezTo>
                      <a:pt x="9" y="358"/>
                      <a:pt x="100" y="447"/>
                      <a:pt x="208" y="447"/>
                    </a:cubicBezTo>
                    <a:cubicBezTo>
                      <a:pt x="216" y="447"/>
                      <a:pt x="223" y="446"/>
                      <a:pt x="230" y="445"/>
                    </a:cubicBezTo>
                    <a:cubicBezTo>
                      <a:pt x="480" y="430"/>
                      <a:pt x="815" y="419"/>
                      <a:pt x="1196" y="419"/>
                    </a:cubicBezTo>
                    <a:cubicBezTo>
                      <a:pt x="2791" y="419"/>
                      <a:pt x="5219" y="609"/>
                      <a:pt x="5861" y="1479"/>
                    </a:cubicBezTo>
                    <a:cubicBezTo>
                      <a:pt x="5899" y="1533"/>
                      <a:pt x="5961" y="1565"/>
                      <a:pt x="6028" y="1565"/>
                    </a:cubicBezTo>
                    <a:lnTo>
                      <a:pt x="6028" y="1565"/>
                    </a:lnTo>
                    <a:cubicBezTo>
                      <a:pt x="6198" y="1563"/>
                      <a:pt x="6297" y="1369"/>
                      <a:pt x="6196" y="1231"/>
                    </a:cubicBezTo>
                    <a:cubicBezTo>
                      <a:pt x="5405" y="157"/>
                      <a:pt x="2712" y="1"/>
                      <a:pt x="1217" y="1"/>
                    </a:cubicBezTo>
                    <a:close/>
                    <a:moveTo>
                      <a:pt x="6028" y="1565"/>
                    </a:moveTo>
                    <a:cubicBezTo>
                      <a:pt x="6028" y="1565"/>
                      <a:pt x="6028" y="1565"/>
                      <a:pt x="6028" y="1565"/>
                    </a:cubicBezTo>
                    <a:lnTo>
                      <a:pt x="6030" y="1565"/>
                    </a:lnTo>
                    <a:cubicBezTo>
                      <a:pt x="6029" y="1565"/>
                      <a:pt x="6029" y="1565"/>
                      <a:pt x="6028" y="156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9" name="Google Shape;2349;p55"/>
              <p:cNvSpPr/>
              <p:nvPr/>
            </p:nvSpPr>
            <p:spPr>
              <a:xfrm>
                <a:off x="-4535601" y="3890141"/>
                <a:ext cx="261482" cy="162901"/>
              </a:xfrm>
              <a:custGeom>
                <a:avLst/>
                <a:gdLst/>
                <a:ahLst/>
                <a:cxnLst/>
                <a:rect l="l" t="t" r="r" b="b"/>
                <a:pathLst>
                  <a:path w="12196" h="7598" extrusionOk="0">
                    <a:moveTo>
                      <a:pt x="209" y="1"/>
                    </a:moveTo>
                    <a:cubicBezTo>
                      <a:pt x="119" y="1"/>
                      <a:pt x="40" y="64"/>
                      <a:pt x="22" y="154"/>
                    </a:cubicBezTo>
                    <a:cubicBezTo>
                      <a:pt x="1" y="259"/>
                      <a:pt x="68" y="358"/>
                      <a:pt x="173" y="379"/>
                    </a:cubicBezTo>
                    <a:cubicBezTo>
                      <a:pt x="1077" y="556"/>
                      <a:pt x="8893" y="5628"/>
                      <a:pt x="11827" y="7566"/>
                    </a:cubicBezTo>
                    <a:cubicBezTo>
                      <a:pt x="11859" y="7587"/>
                      <a:pt x="11895" y="7598"/>
                      <a:pt x="11933" y="7598"/>
                    </a:cubicBezTo>
                    <a:cubicBezTo>
                      <a:pt x="12122" y="7598"/>
                      <a:pt x="12196" y="7352"/>
                      <a:pt x="12038" y="7246"/>
                    </a:cubicBezTo>
                    <a:cubicBezTo>
                      <a:pt x="11604" y="6960"/>
                      <a:pt x="1409" y="232"/>
                      <a:pt x="247" y="5"/>
                    </a:cubicBezTo>
                    <a:cubicBezTo>
                      <a:pt x="234" y="2"/>
                      <a:pt x="221" y="1"/>
                      <a:pt x="209" y="1"/>
                    </a:cubicBezTo>
                    <a:close/>
                  </a:path>
                </a:pathLst>
              </a:custGeom>
              <a:solidFill>
                <a:srgbClr val="1032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0" name="Google Shape;2350;p55"/>
              <p:cNvSpPr/>
              <p:nvPr/>
            </p:nvSpPr>
            <p:spPr>
              <a:xfrm>
                <a:off x="-4397656" y="3080116"/>
                <a:ext cx="408711" cy="896514"/>
              </a:xfrm>
              <a:custGeom>
                <a:avLst/>
                <a:gdLst/>
                <a:ahLst/>
                <a:cxnLst/>
                <a:rect l="l" t="t" r="r" b="b"/>
                <a:pathLst>
                  <a:path w="19063" h="41815" extrusionOk="0">
                    <a:moveTo>
                      <a:pt x="18852" y="0"/>
                    </a:moveTo>
                    <a:cubicBezTo>
                      <a:pt x="18765" y="0"/>
                      <a:pt x="18686" y="61"/>
                      <a:pt x="18666" y="150"/>
                    </a:cubicBezTo>
                    <a:cubicBezTo>
                      <a:pt x="18485" y="942"/>
                      <a:pt x="14250" y="19572"/>
                      <a:pt x="14185" y="21467"/>
                    </a:cubicBezTo>
                    <a:cubicBezTo>
                      <a:pt x="14132" y="22974"/>
                      <a:pt x="3998" y="36443"/>
                      <a:pt x="97" y="41508"/>
                    </a:cubicBezTo>
                    <a:cubicBezTo>
                      <a:pt x="0" y="41632"/>
                      <a:pt x="91" y="41815"/>
                      <a:pt x="249" y="41815"/>
                    </a:cubicBezTo>
                    <a:cubicBezTo>
                      <a:pt x="307" y="41815"/>
                      <a:pt x="364" y="41788"/>
                      <a:pt x="400" y="41741"/>
                    </a:cubicBezTo>
                    <a:cubicBezTo>
                      <a:pt x="977" y="40994"/>
                      <a:pt x="14500" y="23416"/>
                      <a:pt x="14568" y="21479"/>
                    </a:cubicBezTo>
                    <a:cubicBezTo>
                      <a:pt x="14631" y="19623"/>
                      <a:pt x="18995" y="428"/>
                      <a:pt x="19039" y="234"/>
                    </a:cubicBezTo>
                    <a:cubicBezTo>
                      <a:pt x="19062" y="131"/>
                      <a:pt x="18997" y="28"/>
                      <a:pt x="18894" y="5"/>
                    </a:cubicBezTo>
                    <a:cubicBezTo>
                      <a:pt x="18880" y="2"/>
                      <a:pt x="18866" y="0"/>
                      <a:pt x="18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4"/>
          <p:cNvSpPr txBox="1"/>
          <p:nvPr>
            <p:ph type="subTitle" idx="1"/>
          </p:nvPr>
        </p:nvSpPr>
        <p:spPr>
          <a:xfrm>
            <a:off x="775335" y="1506220"/>
            <a:ext cx="4038600" cy="31616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/>
              <a:t>SecureMe provides a robust, local, and user-friendly solution for data security.</a:t>
            </a:r>
            <a:endParaRPr lang="en-US" altLang="en-US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/>
              <a:t>Combines encryption, usability, and modular design.</a:t>
            </a:r>
            <a:endParaRPr lang="en-US" altLang="en-US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/>
              <a:t>Protects users’ data from unauthorized access.</a:t>
            </a:r>
            <a:endParaRPr lang="en-US" altLang="en-US"/>
          </a:p>
        </p:txBody>
      </p:sp>
      <p:grpSp>
        <p:nvGrpSpPr>
          <p:cNvPr id="1187" name="Google Shape;1187;p44"/>
          <p:cNvGrpSpPr/>
          <p:nvPr/>
        </p:nvGrpSpPr>
        <p:grpSpPr>
          <a:xfrm>
            <a:off x="-174544" y="-167848"/>
            <a:ext cx="1753778" cy="1753778"/>
            <a:chOff x="367385" y="2587838"/>
            <a:chExt cx="2501110" cy="2501110"/>
          </a:xfrm>
        </p:grpSpPr>
        <p:sp>
          <p:nvSpPr>
            <p:cNvPr id="1188" name="Google Shape;1188;p44"/>
            <p:cNvSpPr/>
            <p:nvPr/>
          </p:nvSpPr>
          <p:spPr>
            <a:xfrm>
              <a:off x="616521" y="2910318"/>
              <a:ext cx="1930097" cy="1856521"/>
            </a:xfrm>
            <a:custGeom>
              <a:avLst/>
              <a:gdLst/>
              <a:ahLst/>
              <a:cxnLst/>
              <a:rect l="l" t="t" r="r" b="b"/>
              <a:pathLst>
                <a:path w="41579" h="39994" extrusionOk="0">
                  <a:moveTo>
                    <a:pt x="21576" y="8911"/>
                  </a:moveTo>
                  <a:cubicBezTo>
                    <a:pt x="23002" y="8911"/>
                    <a:pt x="24441" y="9186"/>
                    <a:pt x="25812" y="9751"/>
                  </a:cubicBezTo>
                  <a:cubicBezTo>
                    <a:pt x="29954" y="11472"/>
                    <a:pt x="32656" y="15513"/>
                    <a:pt x="32656" y="19999"/>
                  </a:cubicBezTo>
                  <a:cubicBezTo>
                    <a:pt x="32656" y="26118"/>
                    <a:pt x="27698" y="31076"/>
                    <a:pt x="21580" y="31076"/>
                  </a:cubicBezTo>
                  <a:cubicBezTo>
                    <a:pt x="17093" y="31076"/>
                    <a:pt x="13052" y="28386"/>
                    <a:pt x="11332" y="24244"/>
                  </a:cubicBezTo>
                  <a:cubicBezTo>
                    <a:pt x="9611" y="20101"/>
                    <a:pt x="10567" y="15334"/>
                    <a:pt x="13728" y="12160"/>
                  </a:cubicBezTo>
                  <a:cubicBezTo>
                    <a:pt x="15852" y="10036"/>
                    <a:pt x="18689" y="8911"/>
                    <a:pt x="21576" y="8911"/>
                  </a:cubicBezTo>
                  <a:close/>
                  <a:moveTo>
                    <a:pt x="21603" y="0"/>
                  </a:moveTo>
                  <a:cubicBezTo>
                    <a:pt x="21595" y="0"/>
                    <a:pt x="21588" y="0"/>
                    <a:pt x="21580" y="0"/>
                  </a:cubicBezTo>
                  <a:cubicBezTo>
                    <a:pt x="13486" y="0"/>
                    <a:pt x="6195" y="4869"/>
                    <a:pt x="3098" y="12339"/>
                  </a:cubicBezTo>
                  <a:cubicBezTo>
                    <a:pt x="0" y="19821"/>
                    <a:pt x="1721" y="28425"/>
                    <a:pt x="7431" y="34135"/>
                  </a:cubicBezTo>
                  <a:cubicBezTo>
                    <a:pt x="11258" y="37962"/>
                    <a:pt x="16373" y="39994"/>
                    <a:pt x="21576" y="39994"/>
                  </a:cubicBezTo>
                  <a:cubicBezTo>
                    <a:pt x="24154" y="39994"/>
                    <a:pt x="26753" y="39495"/>
                    <a:pt x="29228" y="38469"/>
                  </a:cubicBezTo>
                  <a:cubicBezTo>
                    <a:pt x="36710" y="35384"/>
                    <a:pt x="41579" y="28081"/>
                    <a:pt x="41579" y="19999"/>
                  </a:cubicBezTo>
                  <a:cubicBezTo>
                    <a:pt x="41579" y="8956"/>
                    <a:pt x="32631" y="0"/>
                    <a:pt x="21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1418241" y="2587838"/>
              <a:ext cx="399444" cy="388210"/>
            </a:xfrm>
            <a:custGeom>
              <a:avLst/>
              <a:gdLst/>
              <a:ahLst/>
              <a:cxnLst/>
              <a:rect l="l" t="t" r="r" b="b"/>
              <a:pathLst>
                <a:path w="8605" h="8363" extrusionOk="0">
                  <a:moveTo>
                    <a:pt x="408" y="1"/>
                  </a:moveTo>
                  <a:cubicBezTo>
                    <a:pt x="179" y="1"/>
                    <a:pt x="0" y="192"/>
                    <a:pt x="0" y="408"/>
                  </a:cubicBezTo>
                  <a:lnTo>
                    <a:pt x="0" y="7954"/>
                  </a:lnTo>
                  <a:cubicBezTo>
                    <a:pt x="0" y="8184"/>
                    <a:pt x="179" y="8362"/>
                    <a:pt x="408" y="8362"/>
                  </a:cubicBezTo>
                  <a:lnTo>
                    <a:pt x="8196" y="8362"/>
                  </a:lnTo>
                  <a:cubicBezTo>
                    <a:pt x="8426" y="8362"/>
                    <a:pt x="8604" y="8184"/>
                    <a:pt x="8604" y="7954"/>
                  </a:cubicBezTo>
                  <a:lnTo>
                    <a:pt x="8604" y="408"/>
                  </a:lnTo>
                  <a:cubicBezTo>
                    <a:pt x="8604" y="192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0" name="Google Shape;1190;p44"/>
            <p:cNvSpPr/>
            <p:nvPr/>
          </p:nvSpPr>
          <p:spPr>
            <a:xfrm>
              <a:off x="598185" y="2820541"/>
              <a:ext cx="544971" cy="541721"/>
            </a:xfrm>
            <a:custGeom>
              <a:avLst/>
              <a:gdLst/>
              <a:ahLst/>
              <a:cxnLst/>
              <a:rect l="l" t="t" r="r" b="b"/>
              <a:pathLst>
                <a:path w="11740" h="11670" extrusionOk="0">
                  <a:moveTo>
                    <a:pt x="5964" y="0"/>
                  </a:moveTo>
                  <a:cubicBezTo>
                    <a:pt x="5860" y="0"/>
                    <a:pt x="5755" y="42"/>
                    <a:pt x="5672" y="124"/>
                  </a:cubicBezTo>
                  <a:lnTo>
                    <a:pt x="166" y="5644"/>
                  </a:lnTo>
                  <a:cubicBezTo>
                    <a:pt x="0" y="5796"/>
                    <a:pt x="0" y="6051"/>
                    <a:pt x="166" y="6217"/>
                  </a:cubicBezTo>
                  <a:lnTo>
                    <a:pt x="5494" y="11545"/>
                  </a:lnTo>
                  <a:cubicBezTo>
                    <a:pt x="5577" y="11628"/>
                    <a:pt x="5682" y="11669"/>
                    <a:pt x="5785" y="11669"/>
                  </a:cubicBezTo>
                  <a:cubicBezTo>
                    <a:pt x="5889" y="11669"/>
                    <a:pt x="5991" y="11628"/>
                    <a:pt x="6067" y="11545"/>
                  </a:cubicBezTo>
                  <a:lnTo>
                    <a:pt x="11586" y="6039"/>
                  </a:lnTo>
                  <a:cubicBezTo>
                    <a:pt x="11739" y="5873"/>
                    <a:pt x="11739" y="5618"/>
                    <a:pt x="11586" y="5452"/>
                  </a:cubicBezTo>
                  <a:lnTo>
                    <a:pt x="6246" y="124"/>
                  </a:lnTo>
                  <a:cubicBezTo>
                    <a:pt x="6169" y="42"/>
                    <a:pt x="6067" y="0"/>
                    <a:pt x="5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1" name="Google Shape;1191;p44"/>
            <p:cNvSpPr/>
            <p:nvPr/>
          </p:nvSpPr>
          <p:spPr>
            <a:xfrm>
              <a:off x="367385" y="3638694"/>
              <a:ext cx="388210" cy="400001"/>
            </a:xfrm>
            <a:custGeom>
              <a:avLst/>
              <a:gdLst/>
              <a:ahLst/>
              <a:cxnLst/>
              <a:rect l="l" t="t" r="r" b="b"/>
              <a:pathLst>
                <a:path w="8363" h="8617" extrusionOk="0">
                  <a:moveTo>
                    <a:pt x="409" y="0"/>
                  </a:moveTo>
                  <a:cubicBezTo>
                    <a:pt x="179" y="0"/>
                    <a:pt x="1" y="179"/>
                    <a:pt x="1" y="408"/>
                  </a:cubicBezTo>
                  <a:lnTo>
                    <a:pt x="1" y="8209"/>
                  </a:lnTo>
                  <a:cubicBezTo>
                    <a:pt x="1" y="8425"/>
                    <a:pt x="179" y="8617"/>
                    <a:pt x="409" y="8617"/>
                  </a:cubicBezTo>
                  <a:lnTo>
                    <a:pt x="7955" y="8617"/>
                  </a:lnTo>
                  <a:cubicBezTo>
                    <a:pt x="8171" y="8617"/>
                    <a:pt x="8363" y="8425"/>
                    <a:pt x="8363" y="8209"/>
                  </a:cubicBezTo>
                  <a:lnTo>
                    <a:pt x="8363" y="408"/>
                  </a:lnTo>
                  <a:cubicBezTo>
                    <a:pt x="8363" y="179"/>
                    <a:pt x="8171" y="0"/>
                    <a:pt x="7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2" name="Google Shape;1192;p44"/>
            <p:cNvSpPr/>
            <p:nvPr/>
          </p:nvSpPr>
          <p:spPr>
            <a:xfrm>
              <a:off x="598185" y="4314987"/>
              <a:ext cx="544971" cy="541443"/>
            </a:xfrm>
            <a:custGeom>
              <a:avLst/>
              <a:gdLst/>
              <a:ahLst/>
              <a:cxnLst/>
              <a:rect l="l" t="t" r="r" b="b"/>
              <a:pathLst>
                <a:path w="11740" h="11664" extrusionOk="0">
                  <a:moveTo>
                    <a:pt x="5785" y="0"/>
                  </a:moveTo>
                  <a:cubicBezTo>
                    <a:pt x="5682" y="0"/>
                    <a:pt x="5577" y="38"/>
                    <a:pt x="5494" y="115"/>
                  </a:cubicBezTo>
                  <a:lnTo>
                    <a:pt x="166" y="5456"/>
                  </a:lnTo>
                  <a:cubicBezTo>
                    <a:pt x="0" y="5609"/>
                    <a:pt x="0" y="5876"/>
                    <a:pt x="166" y="6029"/>
                  </a:cubicBezTo>
                  <a:lnTo>
                    <a:pt x="5672" y="11548"/>
                  </a:lnTo>
                  <a:cubicBezTo>
                    <a:pt x="5755" y="11625"/>
                    <a:pt x="5860" y="11663"/>
                    <a:pt x="5965" y="11663"/>
                  </a:cubicBezTo>
                  <a:cubicBezTo>
                    <a:pt x="6070" y="11663"/>
                    <a:pt x="6176" y="11625"/>
                    <a:pt x="6258" y="11548"/>
                  </a:cubicBezTo>
                  <a:lnTo>
                    <a:pt x="11586" y="6208"/>
                  </a:lnTo>
                  <a:cubicBezTo>
                    <a:pt x="11739" y="6055"/>
                    <a:pt x="11739" y="5787"/>
                    <a:pt x="11586" y="5634"/>
                  </a:cubicBezTo>
                  <a:lnTo>
                    <a:pt x="6067" y="115"/>
                  </a:lnTo>
                  <a:cubicBezTo>
                    <a:pt x="5991" y="38"/>
                    <a:pt x="5889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3" name="Google Shape;1193;p44"/>
            <p:cNvSpPr/>
            <p:nvPr/>
          </p:nvSpPr>
          <p:spPr>
            <a:xfrm>
              <a:off x="1418241" y="4701341"/>
              <a:ext cx="399444" cy="387607"/>
            </a:xfrm>
            <a:custGeom>
              <a:avLst/>
              <a:gdLst/>
              <a:ahLst/>
              <a:cxnLst/>
              <a:rect l="l" t="t" r="r" b="b"/>
              <a:pathLst>
                <a:path w="8605" h="8350" extrusionOk="0">
                  <a:moveTo>
                    <a:pt x="408" y="1"/>
                  </a:moveTo>
                  <a:cubicBezTo>
                    <a:pt x="179" y="1"/>
                    <a:pt x="0" y="179"/>
                    <a:pt x="0" y="408"/>
                  </a:cubicBezTo>
                  <a:lnTo>
                    <a:pt x="0" y="7942"/>
                  </a:lnTo>
                  <a:cubicBezTo>
                    <a:pt x="0" y="8171"/>
                    <a:pt x="179" y="8349"/>
                    <a:pt x="408" y="8349"/>
                  </a:cubicBezTo>
                  <a:lnTo>
                    <a:pt x="8196" y="8349"/>
                  </a:lnTo>
                  <a:cubicBezTo>
                    <a:pt x="8426" y="8349"/>
                    <a:pt x="8604" y="8171"/>
                    <a:pt x="8604" y="7942"/>
                  </a:cubicBezTo>
                  <a:lnTo>
                    <a:pt x="8604" y="408"/>
                  </a:lnTo>
                  <a:cubicBezTo>
                    <a:pt x="8604" y="179"/>
                    <a:pt x="8426" y="1"/>
                    <a:pt x="8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4" name="Google Shape;1194;p44"/>
            <p:cNvSpPr/>
            <p:nvPr/>
          </p:nvSpPr>
          <p:spPr>
            <a:xfrm>
              <a:off x="2092166" y="4314987"/>
              <a:ext cx="545574" cy="541443"/>
            </a:xfrm>
            <a:custGeom>
              <a:avLst/>
              <a:gdLst/>
              <a:ahLst/>
              <a:cxnLst/>
              <a:rect l="l" t="t" r="r" b="b"/>
              <a:pathLst>
                <a:path w="11753" h="11664" extrusionOk="0">
                  <a:moveTo>
                    <a:pt x="5967" y="0"/>
                  </a:moveTo>
                  <a:cubicBezTo>
                    <a:pt x="5864" y="0"/>
                    <a:pt x="5762" y="38"/>
                    <a:pt x="5685" y="115"/>
                  </a:cubicBezTo>
                  <a:lnTo>
                    <a:pt x="166" y="5634"/>
                  </a:lnTo>
                  <a:cubicBezTo>
                    <a:pt x="1" y="5787"/>
                    <a:pt x="1" y="6055"/>
                    <a:pt x="166" y="6208"/>
                  </a:cubicBezTo>
                  <a:lnTo>
                    <a:pt x="5494" y="11548"/>
                  </a:lnTo>
                  <a:cubicBezTo>
                    <a:pt x="5577" y="11625"/>
                    <a:pt x="5682" y="11663"/>
                    <a:pt x="5787" y="11663"/>
                  </a:cubicBezTo>
                  <a:cubicBezTo>
                    <a:pt x="5893" y="11663"/>
                    <a:pt x="5998" y="11625"/>
                    <a:pt x="6081" y="11548"/>
                  </a:cubicBezTo>
                  <a:lnTo>
                    <a:pt x="11587" y="6029"/>
                  </a:lnTo>
                  <a:cubicBezTo>
                    <a:pt x="11753" y="5876"/>
                    <a:pt x="11753" y="5609"/>
                    <a:pt x="11587" y="5456"/>
                  </a:cubicBezTo>
                  <a:lnTo>
                    <a:pt x="6259" y="115"/>
                  </a:lnTo>
                  <a:cubicBezTo>
                    <a:pt x="6176" y="38"/>
                    <a:pt x="6071" y="0"/>
                    <a:pt x="5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5" name="Google Shape;1195;p44"/>
            <p:cNvSpPr/>
            <p:nvPr/>
          </p:nvSpPr>
          <p:spPr>
            <a:xfrm>
              <a:off x="2480330" y="3638694"/>
              <a:ext cx="388164" cy="400001"/>
            </a:xfrm>
            <a:custGeom>
              <a:avLst/>
              <a:gdLst/>
              <a:ahLst/>
              <a:cxnLst/>
              <a:rect l="l" t="t" r="r" b="b"/>
              <a:pathLst>
                <a:path w="8362" h="8617" extrusionOk="0">
                  <a:moveTo>
                    <a:pt x="408" y="0"/>
                  </a:moveTo>
                  <a:cubicBezTo>
                    <a:pt x="191" y="0"/>
                    <a:pt x="0" y="179"/>
                    <a:pt x="0" y="408"/>
                  </a:cubicBezTo>
                  <a:lnTo>
                    <a:pt x="0" y="8209"/>
                  </a:lnTo>
                  <a:cubicBezTo>
                    <a:pt x="0" y="8425"/>
                    <a:pt x="191" y="8617"/>
                    <a:pt x="408" y="8617"/>
                  </a:cubicBezTo>
                  <a:lnTo>
                    <a:pt x="7954" y="8617"/>
                  </a:lnTo>
                  <a:cubicBezTo>
                    <a:pt x="8183" y="8617"/>
                    <a:pt x="8362" y="8425"/>
                    <a:pt x="8362" y="8209"/>
                  </a:cubicBezTo>
                  <a:lnTo>
                    <a:pt x="8362" y="408"/>
                  </a:lnTo>
                  <a:cubicBezTo>
                    <a:pt x="8362" y="179"/>
                    <a:pt x="8183" y="0"/>
                    <a:pt x="7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6" name="Google Shape;1196;p44"/>
            <p:cNvSpPr/>
            <p:nvPr/>
          </p:nvSpPr>
          <p:spPr>
            <a:xfrm>
              <a:off x="2092166" y="2820959"/>
              <a:ext cx="545574" cy="541304"/>
            </a:xfrm>
            <a:custGeom>
              <a:avLst/>
              <a:gdLst/>
              <a:ahLst/>
              <a:cxnLst/>
              <a:rect l="l" t="t" r="r" b="b"/>
              <a:pathLst>
                <a:path w="11753" h="11661" extrusionOk="0">
                  <a:moveTo>
                    <a:pt x="5787" y="1"/>
                  </a:moveTo>
                  <a:cubicBezTo>
                    <a:pt x="5682" y="1"/>
                    <a:pt x="5577" y="39"/>
                    <a:pt x="5494" y="115"/>
                  </a:cubicBezTo>
                  <a:lnTo>
                    <a:pt x="166" y="5443"/>
                  </a:lnTo>
                  <a:cubicBezTo>
                    <a:pt x="1" y="5609"/>
                    <a:pt x="1" y="5864"/>
                    <a:pt x="166" y="6030"/>
                  </a:cubicBezTo>
                  <a:lnTo>
                    <a:pt x="5685" y="11536"/>
                  </a:lnTo>
                  <a:cubicBezTo>
                    <a:pt x="5762" y="11619"/>
                    <a:pt x="5864" y="11660"/>
                    <a:pt x="5967" y="11660"/>
                  </a:cubicBezTo>
                  <a:cubicBezTo>
                    <a:pt x="6071" y="11660"/>
                    <a:pt x="6176" y="11619"/>
                    <a:pt x="6259" y="11536"/>
                  </a:cubicBezTo>
                  <a:lnTo>
                    <a:pt x="11587" y="6208"/>
                  </a:lnTo>
                  <a:cubicBezTo>
                    <a:pt x="11753" y="6042"/>
                    <a:pt x="11753" y="5787"/>
                    <a:pt x="11587" y="5635"/>
                  </a:cubicBezTo>
                  <a:lnTo>
                    <a:pt x="6081" y="115"/>
                  </a:lnTo>
                  <a:cubicBezTo>
                    <a:pt x="5998" y="39"/>
                    <a:pt x="5893" y="1"/>
                    <a:pt x="5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23" name="Google Shape;1323;p46"/>
          <p:cNvSpPr txBox="1"/>
          <p:nvPr/>
        </p:nvSpPr>
        <p:spPr>
          <a:xfrm>
            <a:off x="699135" y="426085"/>
            <a:ext cx="772287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 panose="020B0503050203000203"/>
              <a:buNone/>
              <a:defRPr sz="3400" b="1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200"/>
              <a:t>Conclusion</a:t>
            </a:r>
            <a:endParaRPr lang="en-US" altLang="en-GB" sz="4200"/>
          </a:p>
        </p:txBody>
      </p:sp>
      <p:grpSp>
        <p:nvGrpSpPr>
          <p:cNvPr id="1" name="Google Shape;2430;p58"/>
          <p:cNvGrpSpPr/>
          <p:nvPr/>
        </p:nvGrpSpPr>
        <p:grpSpPr>
          <a:xfrm>
            <a:off x="6857193" y="186595"/>
            <a:ext cx="3135834" cy="3135773"/>
            <a:chOff x="-6245762" y="-542291"/>
            <a:chExt cx="1962964" cy="1962925"/>
          </a:xfrm>
        </p:grpSpPr>
        <p:sp>
          <p:nvSpPr>
            <p:cNvPr id="2" name="Google Shape;2431;p58"/>
            <p:cNvSpPr/>
            <p:nvPr/>
          </p:nvSpPr>
          <p:spPr>
            <a:xfrm flipH="1">
              <a:off x="-6241765" y="-538294"/>
              <a:ext cx="1954933" cy="1954933"/>
            </a:xfrm>
            <a:custGeom>
              <a:avLst/>
              <a:gdLst/>
              <a:ahLst/>
              <a:cxnLst/>
              <a:rect l="l" t="t" r="r" b="b"/>
              <a:pathLst>
                <a:path w="102729" h="102729" extrusionOk="0">
                  <a:moveTo>
                    <a:pt x="51364" y="0"/>
                  </a:moveTo>
                  <a:cubicBezTo>
                    <a:pt x="37741" y="0"/>
                    <a:pt x="24676" y="5412"/>
                    <a:pt x="15043" y="15045"/>
                  </a:cubicBezTo>
                  <a:cubicBezTo>
                    <a:pt x="5412" y="24676"/>
                    <a:pt x="0" y="37741"/>
                    <a:pt x="0" y="51366"/>
                  </a:cubicBezTo>
                  <a:cubicBezTo>
                    <a:pt x="0" y="64988"/>
                    <a:pt x="5412" y="78053"/>
                    <a:pt x="15043" y="87684"/>
                  </a:cubicBezTo>
                  <a:cubicBezTo>
                    <a:pt x="24676" y="97317"/>
                    <a:pt x="37741" y="102729"/>
                    <a:pt x="51364" y="102729"/>
                  </a:cubicBezTo>
                  <a:cubicBezTo>
                    <a:pt x="64986" y="102729"/>
                    <a:pt x="78051" y="97317"/>
                    <a:pt x="87684" y="87684"/>
                  </a:cubicBezTo>
                  <a:cubicBezTo>
                    <a:pt x="97317" y="78053"/>
                    <a:pt x="102729" y="64988"/>
                    <a:pt x="102729" y="51366"/>
                  </a:cubicBezTo>
                  <a:cubicBezTo>
                    <a:pt x="102729" y="37741"/>
                    <a:pt x="97317" y="24676"/>
                    <a:pt x="87684" y="15045"/>
                  </a:cubicBezTo>
                  <a:cubicBezTo>
                    <a:pt x="78051" y="5412"/>
                    <a:pt x="64986" y="0"/>
                    <a:pt x="5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" name="Google Shape;2432;p58"/>
            <p:cNvSpPr/>
            <p:nvPr/>
          </p:nvSpPr>
          <p:spPr>
            <a:xfrm flipH="1">
              <a:off x="-5819338" y="-542291"/>
              <a:ext cx="1110096" cy="1962925"/>
            </a:xfrm>
            <a:custGeom>
              <a:avLst/>
              <a:gdLst/>
              <a:ahLst/>
              <a:cxnLst/>
              <a:rect l="l" t="t" r="r" b="b"/>
              <a:pathLst>
                <a:path w="58334" h="103149" extrusionOk="0">
                  <a:moveTo>
                    <a:pt x="29167" y="420"/>
                  </a:moveTo>
                  <a:cubicBezTo>
                    <a:pt x="45018" y="420"/>
                    <a:pt x="57914" y="23368"/>
                    <a:pt x="57914" y="51576"/>
                  </a:cubicBezTo>
                  <a:cubicBezTo>
                    <a:pt x="57914" y="79781"/>
                    <a:pt x="45018" y="102729"/>
                    <a:pt x="29167" y="102729"/>
                  </a:cubicBezTo>
                  <a:cubicBezTo>
                    <a:pt x="13315" y="102729"/>
                    <a:pt x="419" y="79781"/>
                    <a:pt x="419" y="51576"/>
                  </a:cubicBezTo>
                  <a:cubicBezTo>
                    <a:pt x="419" y="23368"/>
                    <a:pt x="13315" y="420"/>
                    <a:pt x="29167" y="420"/>
                  </a:cubicBezTo>
                  <a:close/>
                  <a:moveTo>
                    <a:pt x="29167" y="1"/>
                  </a:moveTo>
                  <a:cubicBezTo>
                    <a:pt x="13084" y="1"/>
                    <a:pt x="0" y="23137"/>
                    <a:pt x="0" y="51576"/>
                  </a:cubicBezTo>
                  <a:cubicBezTo>
                    <a:pt x="0" y="80014"/>
                    <a:pt x="13084" y="103148"/>
                    <a:pt x="29167" y="103148"/>
                  </a:cubicBezTo>
                  <a:cubicBezTo>
                    <a:pt x="45249" y="103148"/>
                    <a:pt x="58333" y="80012"/>
                    <a:pt x="58333" y="51576"/>
                  </a:cubicBezTo>
                  <a:cubicBezTo>
                    <a:pt x="58333" y="23137"/>
                    <a:pt x="45249" y="1"/>
                    <a:pt x="2916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" name="Google Shape;2433;p58"/>
            <p:cNvSpPr/>
            <p:nvPr/>
          </p:nvSpPr>
          <p:spPr>
            <a:xfrm flipH="1">
              <a:off x="-6245762" y="-200873"/>
              <a:ext cx="1962964" cy="1280091"/>
            </a:xfrm>
            <a:custGeom>
              <a:avLst/>
              <a:gdLst/>
              <a:ahLst/>
              <a:cxnLst/>
              <a:rect l="l" t="t" r="r" b="b"/>
              <a:pathLst>
                <a:path w="103151" h="67267" extrusionOk="0">
                  <a:moveTo>
                    <a:pt x="51576" y="420"/>
                  </a:moveTo>
                  <a:cubicBezTo>
                    <a:pt x="79783" y="420"/>
                    <a:pt x="102731" y="15321"/>
                    <a:pt x="102731" y="33635"/>
                  </a:cubicBezTo>
                  <a:cubicBezTo>
                    <a:pt x="102731" y="51948"/>
                    <a:pt x="79783" y="66847"/>
                    <a:pt x="51576" y="66847"/>
                  </a:cubicBezTo>
                  <a:cubicBezTo>
                    <a:pt x="23368" y="66847"/>
                    <a:pt x="420" y="51948"/>
                    <a:pt x="420" y="33635"/>
                  </a:cubicBezTo>
                  <a:cubicBezTo>
                    <a:pt x="420" y="15321"/>
                    <a:pt x="23368" y="420"/>
                    <a:pt x="51576" y="420"/>
                  </a:cubicBezTo>
                  <a:close/>
                  <a:moveTo>
                    <a:pt x="51576" y="1"/>
                  </a:moveTo>
                  <a:cubicBezTo>
                    <a:pt x="23137" y="1"/>
                    <a:pt x="1" y="15088"/>
                    <a:pt x="1" y="33635"/>
                  </a:cubicBezTo>
                  <a:cubicBezTo>
                    <a:pt x="1" y="52179"/>
                    <a:pt x="23137" y="67266"/>
                    <a:pt x="51576" y="67266"/>
                  </a:cubicBezTo>
                  <a:cubicBezTo>
                    <a:pt x="80014" y="67266"/>
                    <a:pt x="103150" y="52179"/>
                    <a:pt x="103150" y="33635"/>
                  </a:cubicBezTo>
                  <a:cubicBezTo>
                    <a:pt x="103150" y="15088"/>
                    <a:pt x="80014" y="1"/>
                    <a:pt x="5157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2434;p58"/>
            <p:cNvSpPr/>
            <p:nvPr/>
          </p:nvSpPr>
          <p:spPr>
            <a:xfrm flipH="1">
              <a:off x="-6239196" y="435185"/>
              <a:ext cx="1952402" cy="7974"/>
            </a:xfrm>
            <a:custGeom>
              <a:avLst/>
              <a:gdLst/>
              <a:ahLst/>
              <a:cxnLst/>
              <a:rect l="l" t="t" r="r" b="b"/>
              <a:pathLst>
                <a:path w="102596" h="419" extrusionOk="0">
                  <a:moveTo>
                    <a:pt x="0" y="1"/>
                  </a:moveTo>
                  <a:lnTo>
                    <a:pt x="0" y="418"/>
                  </a:lnTo>
                  <a:lnTo>
                    <a:pt x="102595" y="418"/>
                  </a:lnTo>
                  <a:lnTo>
                    <a:pt x="10259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2435;p58"/>
            <p:cNvSpPr/>
            <p:nvPr/>
          </p:nvSpPr>
          <p:spPr>
            <a:xfrm flipH="1">
              <a:off x="-5268286" y="-538294"/>
              <a:ext cx="8012" cy="1954933"/>
            </a:xfrm>
            <a:custGeom>
              <a:avLst/>
              <a:gdLst/>
              <a:ahLst/>
              <a:cxnLst/>
              <a:rect l="l" t="t" r="r" b="b"/>
              <a:pathLst>
                <a:path w="421" h="102729" extrusionOk="0">
                  <a:moveTo>
                    <a:pt x="1" y="0"/>
                  </a:moveTo>
                  <a:lnTo>
                    <a:pt x="1" y="102729"/>
                  </a:lnTo>
                  <a:lnTo>
                    <a:pt x="420" y="102729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" name="Google Shape;2438;p58"/>
          <p:cNvGrpSpPr/>
          <p:nvPr/>
        </p:nvGrpSpPr>
        <p:grpSpPr>
          <a:xfrm flipH="1">
            <a:off x="4694399" y="3148704"/>
            <a:ext cx="1033513" cy="1275747"/>
            <a:chOff x="7317341" y="3117397"/>
            <a:chExt cx="1490500" cy="1839578"/>
          </a:xfrm>
        </p:grpSpPr>
        <p:sp>
          <p:nvSpPr>
            <p:cNvPr id="8" name="Google Shape;2439;p58"/>
            <p:cNvSpPr/>
            <p:nvPr/>
          </p:nvSpPr>
          <p:spPr>
            <a:xfrm>
              <a:off x="7457576" y="3119765"/>
              <a:ext cx="701174" cy="1439623"/>
            </a:xfrm>
            <a:custGeom>
              <a:avLst/>
              <a:gdLst/>
              <a:ahLst/>
              <a:cxnLst/>
              <a:rect l="l" t="t" r="r" b="b"/>
              <a:pathLst>
                <a:path w="15105" h="31013" extrusionOk="0">
                  <a:moveTo>
                    <a:pt x="12237" y="1"/>
                  </a:moveTo>
                  <a:lnTo>
                    <a:pt x="12237" y="1"/>
                  </a:lnTo>
                  <a:cubicBezTo>
                    <a:pt x="12236" y="1"/>
                    <a:pt x="0" y="8987"/>
                    <a:pt x="1033" y="31012"/>
                  </a:cubicBezTo>
                  <a:cubicBezTo>
                    <a:pt x="15105" y="24423"/>
                    <a:pt x="12237" y="1"/>
                    <a:pt x="12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440;p58"/>
            <p:cNvSpPr/>
            <p:nvPr/>
          </p:nvSpPr>
          <p:spPr>
            <a:xfrm>
              <a:off x="7495454" y="3117397"/>
              <a:ext cx="539632" cy="1404112"/>
            </a:xfrm>
            <a:custGeom>
              <a:avLst/>
              <a:gdLst/>
              <a:ahLst/>
              <a:cxnLst/>
              <a:rect l="l" t="t" r="r" b="b"/>
              <a:pathLst>
                <a:path w="11625" h="30248" extrusionOk="0">
                  <a:moveTo>
                    <a:pt x="11217" y="1"/>
                  </a:moveTo>
                  <a:cubicBezTo>
                    <a:pt x="7113" y="14710"/>
                    <a:pt x="64" y="29929"/>
                    <a:pt x="0" y="30069"/>
                  </a:cubicBezTo>
                  <a:lnTo>
                    <a:pt x="383" y="30248"/>
                  </a:lnTo>
                  <a:cubicBezTo>
                    <a:pt x="446" y="30095"/>
                    <a:pt x="7508" y="14850"/>
                    <a:pt x="11625" y="103"/>
                  </a:cubicBezTo>
                  <a:lnTo>
                    <a:pt x="11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441;p58"/>
            <p:cNvSpPr/>
            <p:nvPr/>
          </p:nvSpPr>
          <p:spPr>
            <a:xfrm>
              <a:off x="7333913" y="4393530"/>
              <a:ext cx="1470400" cy="550309"/>
            </a:xfrm>
            <a:custGeom>
              <a:avLst/>
              <a:gdLst/>
              <a:ahLst/>
              <a:cxnLst/>
              <a:rect l="l" t="t" r="r" b="b"/>
              <a:pathLst>
                <a:path w="31676" h="11855" extrusionOk="0">
                  <a:moveTo>
                    <a:pt x="25449" y="0"/>
                  </a:moveTo>
                  <a:cubicBezTo>
                    <a:pt x="19629" y="0"/>
                    <a:pt x="10306" y="1655"/>
                    <a:pt x="0" y="9907"/>
                  </a:cubicBezTo>
                  <a:cubicBezTo>
                    <a:pt x="2502" y="11290"/>
                    <a:pt x="5154" y="11855"/>
                    <a:pt x="7818" y="11855"/>
                  </a:cubicBezTo>
                  <a:cubicBezTo>
                    <a:pt x="19638" y="11855"/>
                    <a:pt x="31675" y="743"/>
                    <a:pt x="31675" y="743"/>
                  </a:cubicBezTo>
                  <a:cubicBezTo>
                    <a:pt x="31675" y="743"/>
                    <a:pt x="29348" y="0"/>
                    <a:pt x="254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442;p58"/>
            <p:cNvSpPr/>
            <p:nvPr/>
          </p:nvSpPr>
          <p:spPr>
            <a:xfrm>
              <a:off x="7365293" y="4419107"/>
              <a:ext cx="1442548" cy="418383"/>
            </a:xfrm>
            <a:custGeom>
              <a:avLst/>
              <a:gdLst/>
              <a:ahLst/>
              <a:cxnLst/>
              <a:rect l="l" t="t" r="r" b="b"/>
              <a:pathLst>
                <a:path w="31076" h="9013" extrusionOk="0">
                  <a:moveTo>
                    <a:pt x="30923" y="1"/>
                  </a:moveTo>
                  <a:cubicBezTo>
                    <a:pt x="16621" y="5329"/>
                    <a:pt x="153" y="8566"/>
                    <a:pt x="0" y="8604"/>
                  </a:cubicBezTo>
                  <a:lnTo>
                    <a:pt x="77" y="9012"/>
                  </a:lnTo>
                  <a:cubicBezTo>
                    <a:pt x="242" y="8987"/>
                    <a:pt x="16723" y="5736"/>
                    <a:pt x="31076" y="396"/>
                  </a:cubicBezTo>
                  <a:lnTo>
                    <a:pt x="30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443;p58"/>
            <p:cNvSpPr/>
            <p:nvPr/>
          </p:nvSpPr>
          <p:spPr>
            <a:xfrm>
              <a:off x="7317341" y="3531000"/>
              <a:ext cx="1310019" cy="1425976"/>
            </a:xfrm>
            <a:custGeom>
              <a:avLst/>
              <a:gdLst/>
              <a:ahLst/>
              <a:cxnLst/>
              <a:rect l="l" t="t" r="r" b="b"/>
              <a:pathLst>
                <a:path w="28221" h="30719" extrusionOk="0">
                  <a:moveTo>
                    <a:pt x="28221" y="0"/>
                  </a:moveTo>
                  <a:lnTo>
                    <a:pt x="28221" y="0"/>
                  </a:lnTo>
                  <a:cubicBezTo>
                    <a:pt x="28220" y="0"/>
                    <a:pt x="9560" y="4500"/>
                    <a:pt x="1" y="30719"/>
                  </a:cubicBezTo>
                  <a:cubicBezTo>
                    <a:pt x="19643" y="29916"/>
                    <a:pt x="28221" y="1"/>
                    <a:pt x="28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444;p58"/>
            <p:cNvSpPr/>
            <p:nvPr/>
          </p:nvSpPr>
          <p:spPr>
            <a:xfrm>
              <a:off x="7329178" y="3525058"/>
              <a:ext cx="1305887" cy="1389908"/>
            </a:xfrm>
            <a:custGeom>
              <a:avLst/>
              <a:gdLst/>
              <a:ahLst/>
              <a:cxnLst/>
              <a:rect l="l" t="t" r="r" b="b"/>
              <a:pathLst>
                <a:path w="28132" h="29942" extrusionOk="0">
                  <a:moveTo>
                    <a:pt x="27800" y="1"/>
                  </a:moveTo>
                  <a:cubicBezTo>
                    <a:pt x="15831" y="15169"/>
                    <a:pt x="153" y="29483"/>
                    <a:pt x="1" y="29636"/>
                  </a:cubicBezTo>
                  <a:lnTo>
                    <a:pt x="281" y="29942"/>
                  </a:lnTo>
                  <a:cubicBezTo>
                    <a:pt x="434" y="29802"/>
                    <a:pt x="16137" y="15462"/>
                    <a:pt x="28132" y="256"/>
                  </a:cubicBezTo>
                  <a:lnTo>
                    <a:pt x="27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" name="Google Shape;2445;p58"/>
          <p:cNvGrpSpPr/>
          <p:nvPr/>
        </p:nvGrpSpPr>
        <p:grpSpPr>
          <a:xfrm flipH="1">
            <a:off x="5076187" y="2460142"/>
            <a:ext cx="3702345" cy="2207169"/>
            <a:chOff x="1496923" y="1005102"/>
            <a:chExt cx="6813295" cy="4367173"/>
          </a:xfrm>
        </p:grpSpPr>
        <p:sp>
          <p:nvSpPr>
            <p:cNvPr id="15" name="Google Shape;2446;p58"/>
            <p:cNvSpPr/>
            <p:nvPr/>
          </p:nvSpPr>
          <p:spPr>
            <a:xfrm>
              <a:off x="1496923" y="1005102"/>
              <a:ext cx="5806260" cy="3998062"/>
            </a:xfrm>
            <a:custGeom>
              <a:avLst/>
              <a:gdLst/>
              <a:ahLst/>
              <a:cxnLst/>
              <a:rect l="l" t="t" r="r" b="b"/>
              <a:pathLst>
                <a:path w="125081" h="86128" extrusionOk="0">
                  <a:moveTo>
                    <a:pt x="7317" y="0"/>
                  </a:moveTo>
                  <a:cubicBezTo>
                    <a:pt x="3264" y="0"/>
                    <a:pt x="1" y="3085"/>
                    <a:pt x="13" y="6896"/>
                  </a:cubicBezTo>
                  <a:lnTo>
                    <a:pt x="39" y="79219"/>
                  </a:lnTo>
                  <a:cubicBezTo>
                    <a:pt x="39" y="83030"/>
                    <a:pt x="3315" y="86127"/>
                    <a:pt x="7355" y="86127"/>
                  </a:cubicBezTo>
                  <a:lnTo>
                    <a:pt x="117777" y="86127"/>
                  </a:lnTo>
                  <a:cubicBezTo>
                    <a:pt x="121805" y="86127"/>
                    <a:pt x="125081" y="83030"/>
                    <a:pt x="125081" y="79219"/>
                  </a:cubicBezTo>
                  <a:lnTo>
                    <a:pt x="125055" y="6896"/>
                  </a:lnTo>
                  <a:cubicBezTo>
                    <a:pt x="125055" y="3085"/>
                    <a:pt x="121779" y="0"/>
                    <a:pt x="117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2447;p58"/>
            <p:cNvSpPr/>
            <p:nvPr/>
          </p:nvSpPr>
          <p:spPr>
            <a:xfrm>
              <a:off x="1681535" y="1005102"/>
              <a:ext cx="5806260" cy="3998062"/>
            </a:xfrm>
            <a:custGeom>
              <a:avLst/>
              <a:gdLst/>
              <a:ahLst/>
              <a:cxnLst/>
              <a:rect l="l" t="t" r="r" b="b"/>
              <a:pathLst>
                <a:path w="125081" h="86128" extrusionOk="0">
                  <a:moveTo>
                    <a:pt x="7317" y="0"/>
                  </a:moveTo>
                  <a:cubicBezTo>
                    <a:pt x="3276" y="0"/>
                    <a:pt x="1" y="3085"/>
                    <a:pt x="1" y="6896"/>
                  </a:cubicBezTo>
                  <a:lnTo>
                    <a:pt x="39" y="79219"/>
                  </a:lnTo>
                  <a:cubicBezTo>
                    <a:pt x="39" y="83030"/>
                    <a:pt x="3315" y="86127"/>
                    <a:pt x="7355" y="86127"/>
                  </a:cubicBezTo>
                  <a:lnTo>
                    <a:pt x="117764" y="86127"/>
                  </a:lnTo>
                  <a:cubicBezTo>
                    <a:pt x="121805" y="86127"/>
                    <a:pt x="125081" y="83030"/>
                    <a:pt x="125081" y="79219"/>
                  </a:cubicBezTo>
                  <a:lnTo>
                    <a:pt x="125042" y="6896"/>
                  </a:lnTo>
                  <a:cubicBezTo>
                    <a:pt x="125042" y="3085"/>
                    <a:pt x="121766" y="0"/>
                    <a:pt x="1177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2448;p58"/>
            <p:cNvSpPr/>
            <p:nvPr/>
          </p:nvSpPr>
          <p:spPr>
            <a:xfrm>
              <a:off x="1847208" y="1170171"/>
              <a:ext cx="5475518" cy="3667319"/>
            </a:xfrm>
            <a:custGeom>
              <a:avLst/>
              <a:gdLst/>
              <a:ahLst/>
              <a:cxnLst/>
              <a:rect l="l" t="t" r="r" b="b"/>
              <a:pathLst>
                <a:path w="117956" h="79003" extrusionOk="0">
                  <a:moveTo>
                    <a:pt x="3646" y="0"/>
                  </a:moveTo>
                  <a:cubicBezTo>
                    <a:pt x="1556" y="0"/>
                    <a:pt x="1" y="1568"/>
                    <a:pt x="1" y="3646"/>
                  </a:cubicBezTo>
                  <a:lnTo>
                    <a:pt x="26" y="75357"/>
                  </a:lnTo>
                  <a:cubicBezTo>
                    <a:pt x="26" y="77434"/>
                    <a:pt x="1594" y="79002"/>
                    <a:pt x="3672" y="79002"/>
                  </a:cubicBezTo>
                  <a:lnTo>
                    <a:pt x="114310" y="79002"/>
                  </a:lnTo>
                  <a:cubicBezTo>
                    <a:pt x="116387" y="79002"/>
                    <a:pt x="117955" y="77434"/>
                    <a:pt x="117955" y="75357"/>
                  </a:cubicBezTo>
                  <a:lnTo>
                    <a:pt x="117917" y="3659"/>
                  </a:lnTo>
                  <a:cubicBezTo>
                    <a:pt x="117917" y="1581"/>
                    <a:pt x="116349" y="13"/>
                    <a:pt x="114272" y="13"/>
                  </a:cubicBezTo>
                  <a:lnTo>
                    <a:pt x="36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2449;p58"/>
            <p:cNvSpPr/>
            <p:nvPr/>
          </p:nvSpPr>
          <p:spPr>
            <a:xfrm>
              <a:off x="1657257" y="1812160"/>
              <a:ext cx="1904334" cy="3200520"/>
            </a:xfrm>
            <a:custGeom>
              <a:avLst/>
              <a:gdLst/>
              <a:ahLst/>
              <a:cxnLst/>
              <a:rect l="l" t="t" r="r" b="b"/>
              <a:pathLst>
                <a:path w="41024" h="68947" extrusionOk="0">
                  <a:moveTo>
                    <a:pt x="224" y="0"/>
                  </a:moveTo>
                  <a:cubicBezTo>
                    <a:pt x="113" y="0"/>
                    <a:pt x="1" y="77"/>
                    <a:pt x="14" y="230"/>
                  </a:cubicBezTo>
                  <a:lnTo>
                    <a:pt x="14" y="61272"/>
                  </a:lnTo>
                  <a:cubicBezTo>
                    <a:pt x="14" y="65504"/>
                    <a:pt x="3443" y="68945"/>
                    <a:pt x="7687" y="68945"/>
                  </a:cubicBezTo>
                  <a:lnTo>
                    <a:pt x="40726" y="68945"/>
                  </a:lnTo>
                  <a:cubicBezTo>
                    <a:pt x="40734" y="68946"/>
                    <a:pt x="40741" y="68946"/>
                    <a:pt x="40749" y="68946"/>
                  </a:cubicBezTo>
                  <a:cubicBezTo>
                    <a:pt x="41020" y="68946"/>
                    <a:pt x="41024" y="68535"/>
                    <a:pt x="40760" y="68535"/>
                  </a:cubicBezTo>
                  <a:cubicBezTo>
                    <a:pt x="40749" y="68535"/>
                    <a:pt x="40738" y="68536"/>
                    <a:pt x="40726" y="68537"/>
                  </a:cubicBezTo>
                  <a:lnTo>
                    <a:pt x="7687" y="68537"/>
                  </a:lnTo>
                  <a:cubicBezTo>
                    <a:pt x="3685" y="68525"/>
                    <a:pt x="434" y="65274"/>
                    <a:pt x="434" y="61272"/>
                  </a:cubicBezTo>
                  <a:lnTo>
                    <a:pt x="434" y="230"/>
                  </a:lnTo>
                  <a:cubicBezTo>
                    <a:pt x="447" y="77"/>
                    <a:pt x="336" y="0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2450;p58"/>
            <p:cNvSpPr/>
            <p:nvPr/>
          </p:nvSpPr>
          <p:spPr>
            <a:xfrm>
              <a:off x="1842473" y="3931558"/>
              <a:ext cx="4434735" cy="910064"/>
            </a:xfrm>
            <a:custGeom>
              <a:avLst/>
              <a:gdLst/>
              <a:ahLst/>
              <a:cxnLst/>
              <a:rect l="l" t="t" r="r" b="b"/>
              <a:pathLst>
                <a:path w="95535" h="19605" extrusionOk="0">
                  <a:moveTo>
                    <a:pt x="224" y="1"/>
                  </a:moveTo>
                  <a:cubicBezTo>
                    <a:pt x="112" y="1"/>
                    <a:pt x="1" y="77"/>
                    <a:pt x="13" y="230"/>
                  </a:cubicBezTo>
                  <a:lnTo>
                    <a:pt x="13" y="16035"/>
                  </a:lnTo>
                  <a:cubicBezTo>
                    <a:pt x="26" y="18011"/>
                    <a:pt x="1619" y="19604"/>
                    <a:pt x="3595" y="19604"/>
                  </a:cubicBezTo>
                  <a:lnTo>
                    <a:pt x="95280" y="19604"/>
                  </a:lnTo>
                  <a:cubicBezTo>
                    <a:pt x="95534" y="19579"/>
                    <a:pt x="95534" y="19209"/>
                    <a:pt x="95280" y="19184"/>
                  </a:cubicBezTo>
                  <a:lnTo>
                    <a:pt x="3595" y="19184"/>
                  </a:lnTo>
                  <a:cubicBezTo>
                    <a:pt x="1849" y="19184"/>
                    <a:pt x="434" y="17769"/>
                    <a:pt x="434" y="16035"/>
                  </a:cubicBezTo>
                  <a:lnTo>
                    <a:pt x="434" y="230"/>
                  </a:lnTo>
                  <a:cubicBezTo>
                    <a:pt x="447" y="77"/>
                    <a:pt x="335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451;p58"/>
            <p:cNvSpPr/>
            <p:nvPr/>
          </p:nvSpPr>
          <p:spPr>
            <a:xfrm>
              <a:off x="1683299" y="5011916"/>
              <a:ext cx="6306853" cy="360358"/>
            </a:xfrm>
            <a:custGeom>
              <a:avLst/>
              <a:gdLst/>
              <a:ahLst/>
              <a:cxnLst/>
              <a:rect l="l" t="t" r="r" b="b"/>
              <a:pathLst>
                <a:path w="135865" h="7763" extrusionOk="0">
                  <a:moveTo>
                    <a:pt x="3916" y="0"/>
                  </a:moveTo>
                  <a:cubicBezTo>
                    <a:pt x="1760" y="0"/>
                    <a:pt x="14" y="1729"/>
                    <a:pt x="1" y="3888"/>
                  </a:cubicBezTo>
                  <a:cubicBezTo>
                    <a:pt x="13" y="6026"/>
                    <a:pt x="1747" y="7763"/>
                    <a:pt x="3893" y="7763"/>
                  </a:cubicBezTo>
                  <a:cubicBezTo>
                    <a:pt x="3908" y="7763"/>
                    <a:pt x="3924" y="7763"/>
                    <a:pt x="3939" y="7763"/>
                  </a:cubicBezTo>
                  <a:lnTo>
                    <a:pt x="131913" y="7763"/>
                  </a:lnTo>
                  <a:cubicBezTo>
                    <a:pt x="131928" y="7763"/>
                    <a:pt x="131944" y="7763"/>
                    <a:pt x="131960" y="7763"/>
                  </a:cubicBezTo>
                  <a:cubicBezTo>
                    <a:pt x="134105" y="7763"/>
                    <a:pt x="135839" y="6026"/>
                    <a:pt x="135864" y="3888"/>
                  </a:cubicBezTo>
                  <a:cubicBezTo>
                    <a:pt x="135839" y="1729"/>
                    <a:pt x="134093" y="0"/>
                    <a:pt x="131937" y="0"/>
                  </a:cubicBezTo>
                  <a:cubicBezTo>
                    <a:pt x="131929" y="0"/>
                    <a:pt x="131921" y="0"/>
                    <a:pt x="131913" y="0"/>
                  </a:cubicBezTo>
                  <a:lnTo>
                    <a:pt x="3939" y="0"/>
                  </a:lnTo>
                  <a:cubicBezTo>
                    <a:pt x="3932" y="0"/>
                    <a:pt x="3924" y="0"/>
                    <a:pt x="39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452;p58"/>
            <p:cNvSpPr/>
            <p:nvPr/>
          </p:nvSpPr>
          <p:spPr>
            <a:xfrm>
              <a:off x="3686740" y="5011916"/>
              <a:ext cx="4623478" cy="360358"/>
            </a:xfrm>
            <a:custGeom>
              <a:avLst/>
              <a:gdLst/>
              <a:ahLst/>
              <a:cxnLst/>
              <a:rect l="l" t="t" r="r" b="b"/>
              <a:pathLst>
                <a:path w="99601" h="7763" extrusionOk="0">
                  <a:moveTo>
                    <a:pt x="2525" y="0"/>
                  </a:moveTo>
                  <a:cubicBezTo>
                    <a:pt x="1135" y="0"/>
                    <a:pt x="1" y="1734"/>
                    <a:pt x="1" y="3888"/>
                  </a:cubicBezTo>
                  <a:cubicBezTo>
                    <a:pt x="14" y="6029"/>
                    <a:pt x="1135" y="7763"/>
                    <a:pt x="2525" y="7763"/>
                  </a:cubicBezTo>
                  <a:lnTo>
                    <a:pt x="97077" y="7763"/>
                  </a:lnTo>
                  <a:cubicBezTo>
                    <a:pt x="98467" y="7763"/>
                    <a:pt x="99601" y="6029"/>
                    <a:pt x="99601" y="3888"/>
                  </a:cubicBezTo>
                  <a:cubicBezTo>
                    <a:pt x="99601" y="1734"/>
                    <a:pt x="98467" y="0"/>
                    <a:pt x="97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453;p58"/>
            <p:cNvSpPr/>
            <p:nvPr/>
          </p:nvSpPr>
          <p:spPr>
            <a:xfrm>
              <a:off x="2034791" y="5133769"/>
              <a:ext cx="402972" cy="100639"/>
            </a:xfrm>
            <a:custGeom>
              <a:avLst/>
              <a:gdLst/>
              <a:ahLst/>
              <a:cxnLst/>
              <a:rect l="l" t="t" r="r" b="b"/>
              <a:pathLst>
                <a:path w="8681" h="2168" extrusionOk="0">
                  <a:moveTo>
                    <a:pt x="0" y="1"/>
                  </a:moveTo>
                  <a:lnTo>
                    <a:pt x="0" y="2168"/>
                  </a:lnTo>
                  <a:lnTo>
                    <a:pt x="8680" y="2168"/>
                  </a:lnTo>
                  <a:lnTo>
                    <a:pt x="86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454;p58"/>
            <p:cNvSpPr/>
            <p:nvPr/>
          </p:nvSpPr>
          <p:spPr>
            <a:xfrm>
              <a:off x="2583847" y="5133769"/>
              <a:ext cx="403575" cy="100639"/>
            </a:xfrm>
            <a:custGeom>
              <a:avLst/>
              <a:gdLst/>
              <a:ahLst/>
              <a:cxnLst/>
              <a:rect l="l" t="t" r="r" b="b"/>
              <a:pathLst>
                <a:path w="8694" h="2168" extrusionOk="0">
                  <a:moveTo>
                    <a:pt x="1" y="1"/>
                  </a:moveTo>
                  <a:lnTo>
                    <a:pt x="1" y="2168"/>
                  </a:lnTo>
                  <a:lnTo>
                    <a:pt x="8694" y="2168"/>
                  </a:lnTo>
                  <a:lnTo>
                    <a:pt x="86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Google Shape;2455;p58"/>
          <p:cNvGrpSpPr/>
          <p:nvPr/>
        </p:nvGrpSpPr>
        <p:grpSpPr>
          <a:xfrm flipH="1">
            <a:off x="6391555" y="1050842"/>
            <a:ext cx="1218425" cy="1128732"/>
            <a:chOff x="6431601" y="-1894477"/>
            <a:chExt cx="2004648" cy="1857079"/>
          </a:xfrm>
        </p:grpSpPr>
        <p:sp>
          <p:nvSpPr>
            <p:cNvPr id="25" name="Google Shape;2456;p58"/>
            <p:cNvSpPr/>
            <p:nvPr/>
          </p:nvSpPr>
          <p:spPr>
            <a:xfrm>
              <a:off x="7424432" y="-981210"/>
              <a:ext cx="663342" cy="621332"/>
            </a:xfrm>
            <a:custGeom>
              <a:avLst/>
              <a:gdLst/>
              <a:ahLst/>
              <a:cxnLst/>
              <a:rect l="l" t="t" r="r" b="b"/>
              <a:pathLst>
                <a:path w="14290" h="13385" extrusionOk="0">
                  <a:moveTo>
                    <a:pt x="1479" y="1"/>
                  </a:moveTo>
                  <a:lnTo>
                    <a:pt x="1" y="1619"/>
                  </a:lnTo>
                  <a:lnTo>
                    <a:pt x="12811" y="13384"/>
                  </a:lnTo>
                  <a:lnTo>
                    <a:pt x="14289" y="11778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457;p58"/>
            <p:cNvSpPr/>
            <p:nvPr/>
          </p:nvSpPr>
          <p:spPr>
            <a:xfrm>
              <a:off x="7797788" y="-638631"/>
              <a:ext cx="638461" cy="601232"/>
            </a:xfrm>
            <a:custGeom>
              <a:avLst/>
              <a:gdLst/>
              <a:ahLst/>
              <a:cxnLst/>
              <a:rect l="l" t="t" r="r" b="b"/>
              <a:pathLst>
                <a:path w="13754" h="12952" extrusionOk="0">
                  <a:moveTo>
                    <a:pt x="2219" y="0"/>
                  </a:moveTo>
                  <a:cubicBezTo>
                    <a:pt x="2134" y="0"/>
                    <a:pt x="2049" y="36"/>
                    <a:pt x="1989" y="103"/>
                  </a:cubicBezTo>
                  <a:lnTo>
                    <a:pt x="128" y="2142"/>
                  </a:lnTo>
                  <a:cubicBezTo>
                    <a:pt x="1" y="2270"/>
                    <a:pt x="13" y="2474"/>
                    <a:pt x="141" y="2588"/>
                  </a:cubicBezTo>
                  <a:lnTo>
                    <a:pt x="11319" y="12862"/>
                  </a:lnTo>
                  <a:cubicBezTo>
                    <a:pt x="11380" y="12922"/>
                    <a:pt x="11458" y="12951"/>
                    <a:pt x="11535" y="12951"/>
                  </a:cubicBezTo>
                  <a:cubicBezTo>
                    <a:pt x="11620" y="12951"/>
                    <a:pt x="11705" y="12916"/>
                    <a:pt x="11766" y="12849"/>
                  </a:cubicBezTo>
                  <a:lnTo>
                    <a:pt x="13639" y="10810"/>
                  </a:lnTo>
                  <a:cubicBezTo>
                    <a:pt x="13754" y="10682"/>
                    <a:pt x="13754" y="10478"/>
                    <a:pt x="13614" y="10364"/>
                  </a:cubicBezTo>
                  <a:lnTo>
                    <a:pt x="2435" y="90"/>
                  </a:lnTo>
                  <a:cubicBezTo>
                    <a:pt x="2375" y="29"/>
                    <a:pt x="2297" y="0"/>
                    <a:pt x="2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458;p58"/>
            <p:cNvSpPr/>
            <p:nvPr/>
          </p:nvSpPr>
          <p:spPr>
            <a:xfrm>
              <a:off x="7796024" y="-621687"/>
              <a:ext cx="581596" cy="580714"/>
            </a:xfrm>
            <a:custGeom>
              <a:avLst/>
              <a:gdLst/>
              <a:ahLst/>
              <a:cxnLst/>
              <a:rect l="l" t="t" r="r" b="b"/>
              <a:pathLst>
                <a:path w="12529" h="12510" extrusionOk="0">
                  <a:moveTo>
                    <a:pt x="1576" y="1"/>
                  </a:moveTo>
                  <a:cubicBezTo>
                    <a:pt x="1521" y="1"/>
                    <a:pt x="1468" y="23"/>
                    <a:pt x="1428" y="69"/>
                  </a:cubicBezTo>
                  <a:lnTo>
                    <a:pt x="447" y="1127"/>
                  </a:lnTo>
                  <a:cubicBezTo>
                    <a:pt x="0" y="1611"/>
                    <a:pt x="39" y="2363"/>
                    <a:pt x="523" y="2810"/>
                  </a:cubicBezTo>
                  <a:lnTo>
                    <a:pt x="10733" y="12191"/>
                  </a:lnTo>
                  <a:cubicBezTo>
                    <a:pt x="10949" y="12395"/>
                    <a:pt x="11230" y="12510"/>
                    <a:pt x="11523" y="12510"/>
                  </a:cubicBezTo>
                  <a:lnTo>
                    <a:pt x="11574" y="12510"/>
                  </a:lnTo>
                  <a:cubicBezTo>
                    <a:pt x="11893" y="12497"/>
                    <a:pt x="12186" y="12357"/>
                    <a:pt x="12403" y="12127"/>
                  </a:cubicBezTo>
                  <a:cubicBezTo>
                    <a:pt x="12528" y="11972"/>
                    <a:pt x="12397" y="11781"/>
                    <a:pt x="12243" y="11781"/>
                  </a:cubicBezTo>
                  <a:cubicBezTo>
                    <a:pt x="12194" y="11781"/>
                    <a:pt x="12143" y="11801"/>
                    <a:pt x="12097" y="11847"/>
                  </a:cubicBezTo>
                  <a:cubicBezTo>
                    <a:pt x="11956" y="11987"/>
                    <a:pt x="11765" y="12076"/>
                    <a:pt x="11561" y="12089"/>
                  </a:cubicBezTo>
                  <a:cubicBezTo>
                    <a:pt x="11547" y="12090"/>
                    <a:pt x="11532" y="12090"/>
                    <a:pt x="11517" y="12090"/>
                  </a:cubicBezTo>
                  <a:cubicBezTo>
                    <a:pt x="11328" y="12090"/>
                    <a:pt x="11142" y="12015"/>
                    <a:pt x="11000" y="11885"/>
                  </a:cubicBezTo>
                  <a:lnTo>
                    <a:pt x="803" y="2504"/>
                  </a:lnTo>
                  <a:cubicBezTo>
                    <a:pt x="485" y="2211"/>
                    <a:pt x="472" y="1726"/>
                    <a:pt x="752" y="1420"/>
                  </a:cubicBezTo>
                  <a:lnTo>
                    <a:pt x="1734" y="350"/>
                  </a:lnTo>
                  <a:cubicBezTo>
                    <a:pt x="1810" y="273"/>
                    <a:pt x="1798" y="133"/>
                    <a:pt x="1721" y="56"/>
                  </a:cubicBezTo>
                  <a:cubicBezTo>
                    <a:pt x="1678" y="20"/>
                    <a:pt x="1627" y="1"/>
                    <a:pt x="1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459;p58"/>
            <p:cNvSpPr/>
            <p:nvPr/>
          </p:nvSpPr>
          <p:spPr>
            <a:xfrm>
              <a:off x="6431601" y="-1894477"/>
              <a:ext cx="1456195" cy="1351193"/>
            </a:xfrm>
            <a:custGeom>
              <a:avLst/>
              <a:gdLst/>
              <a:ahLst/>
              <a:cxnLst/>
              <a:rect l="l" t="t" r="r" b="b"/>
              <a:pathLst>
                <a:path w="31370" h="29108" extrusionOk="0">
                  <a:moveTo>
                    <a:pt x="15688" y="0"/>
                  </a:moveTo>
                  <a:cubicBezTo>
                    <a:pt x="11759" y="0"/>
                    <a:pt x="7842" y="1584"/>
                    <a:pt x="4971" y="4710"/>
                  </a:cubicBezTo>
                  <a:cubicBezTo>
                    <a:pt x="982" y="9031"/>
                    <a:pt x="0" y="15341"/>
                    <a:pt x="2486" y="20682"/>
                  </a:cubicBezTo>
                  <a:cubicBezTo>
                    <a:pt x="4870" y="25831"/>
                    <a:pt x="10027" y="29108"/>
                    <a:pt x="15660" y="29108"/>
                  </a:cubicBezTo>
                  <a:cubicBezTo>
                    <a:pt x="15869" y="29108"/>
                    <a:pt x="16079" y="29103"/>
                    <a:pt x="16290" y="29094"/>
                  </a:cubicBezTo>
                  <a:cubicBezTo>
                    <a:pt x="22179" y="28852"/>
                    <a:pt x="27328" y="25092"/>
                    <a:pt x="29355" y="19560"/>
                  </a:cubicBezTo>
                  <a:cubicBezTo>
                    <a:pt x="31369" y="14028"/>
                    <a:pt x="29865" y="7820"/>
                    <a:pt x="25531" y="3844"/>
                  </a:cubicBezTo>
                  <a:cubicBezTo>
                    <a:pt x="22736" y="1272"/>
                    <a:pt x="19207" y="0"/>
                    <a:pt x="15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460;p58"/>
            <p:cNvSpPr/>
            <p:nvPr/>
          </p:nvSpPr>
          <p:spPr>
            <a:xfrm>
              <a:off x="6613242" y="-1743798"/>
              <a:ext cx="1093470" cy="1050206"/>
            </a:xfrm>
            <a:custGeom>
              <a:avLst/>
              <a:gdLst/>
              <a:ahLst/>
              <a:cxnLst/>
              <a:rect l="l" t="t" r="r" b="b"/>
              <a:pathLst>
                <a:path w="23556" h="22624" extrusionOk="0">
                  <a:moveTo>
                    <a:pt x="11771" y="0"/>
                  </a:moveTo>
                  <a:cubicBezTo>
                    <a:pt x="5938" y="0"/>
                    <a:pt x="982" y="4486"/>
                    <a:pt x="498" y="10400"/>
                  </a:cubicBezTo>
                  <a:cubicBezTo>
                    <a:pt x="0" y="16633"/>
                    <a:pt x="4640" y="22088"/>
                    <a:pt x="10873" y="22585"/>
                  </a:cubicBezTo>
                  <a:cubicBezTo>
                    <a:pt x="11186" y="22611"/>
                    <a:pt x="11498" y="22623"/>
                    <a:pt x="11806" y="22623"/>
                  </a:cubicBezTo>
                  <a:cubicBezTo>
                    <a:pt x="17642" y="22623"/>
                    <a:pt x="22586" y="18130"/>
                    <a:pt x="23059" y="12222"/>
                  </a:cubicBezTo>
                  <a:cubicBezTo>
                    <a:pt x="23556" y="5989"/>
                    <a:pt x="18916" y="534"/>
                    <a:pt x="12683" y="37"/>
                  </a:cubicBezTo>
                  <a:cubicBezTo>
                    <a:pt x="12377" y="12"/>
                    <a:pt x="12073" y="0"/>
                    <a:pt x="117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2461;p58"/>
            <p:cNvSpPr/>
            <p:nvPr/>
          </p:nvSpPr>
          <p:spPr>
            <a:xfrm>
              <a:off x="6584230" y="-1584113"/>
              <a:ext cx="976027" cy="899991"/>
            </a:xfrm>
            <a:custGeom>
              <a:avLst/>
              <a:gdLst/>
              <a:ahLst/>
              <a:cxnLst/>
              <a:rect l="l" t="t" r="r" b="b"/>
              <a:pathLst>
                <a:path w="21026" h="19388" extrusionOk="0">
                  <a:moveTo>
                    <a:pt x="4060" y="0"/>
                  </a:moveTo>
                  <a:cubicBezTo>
                    <a:pt x="4010" y="0"/>
                    <a:pt x="3959" y="19"/>
                    <a:pt x="3914" y="64"/>
                  </a:cubicBezTo>
                  <a:cubicBezTo>
                    <a:pt x="817" y="3429"/>
                    <a:pt x="1" y="8311"/>
                    <a:pt x="1836" y="12491"/>
                  </a:cubicBezTo>
                  <a:cubicBezTo>
                    <a:pt x="3672" y="16685"/>
                    <a:pt x="7814" y="19387"/>
                    <a:pt x="12390" y="19387"/>
                  </a:cubicBezTo>
                  <a:cubicBezTo>
                    <a:pt x="12543" y="19387"/>
                    <a:pt x="12709" y="19387"/>
                    <a:pt x="12887" y="19375"/>
                  </a:cubicBezTo>
                  <a:cubicBezTo>
                    <a:pt x="15947" y="19260"/>
                    <a:pt x="18827" y="17921"/>
                    <a:pt x="20892" y="15665"/>
                  </a:cubicBezTo>
                  <a:cubicBezTo>
                    <a:pt x="21025" y="15504"/>
                    <a:pt x="20882" y="15307"/>
                    <a:pt x="20726" y="15307"/>
                  </a:cubicBezTo>
                  <a:cubicBezTo>
                    <a:pt x="20673" y="15307"/>
                    <a:pt x="20619" y="15330"/>
                    <a:pt x="20573" y="15385"/>
                  </a:cubicBezTo>
                  <a:cubicBezTo>
                    <a:pt x="18389" y="17710"/>
                    <a:pt x="15433" y="18887"/>
                    <a:pt x="12471" y="18887"/>
                  </a:cubicBezTo>
                  <a:cubicBezTo>
                    <a:pt x="9782" y="18887"/>
                    <a:pt x="7088" y="17917"/>
                    <a:pt x="4959" y="15958"/>
                  </a:cubicBezTo>
                  <a:cubicBezTo>
                    <a:pt x="472" y="11841"/>
                    <a:pt x="141" y="4882"/>
                    <a:pt x="4220" y="357"/>
                  </a:cubicBezTo>
                  <a:cubicBezTo>
                    <a:pt x="4366" y="201"/>
                    <a:pt x="4221" y="0"/>
                    <a:pt x="4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" name="Google Shape;2472;p58"/>
          <p:cNvGrpSpPr/>
          <p:nvPr/>
        </p:nvGrpSpPr>
        <p:grpSpPr>
          <a:xfrm rot="899960">
            <a:off x="6857372" y="2783836"/>
            <a:ext cx="647895" cy="507172"/>
            <a:chOff x="-6937578" y="21835"/>
            <a:chExt cx="647914" cy="507188"/>
          </a:xfrm>
        </p:grpSpPr>
        <p:sp>
          <p:nvSpPr>
            <p:cNvPr id="32" name="Google Shape;2473;p58"/>
            <p:cNvSpPr/>
            <p:nvPr/>
          </p:nvSpPr>
          <p:spPr>
            <a:xfrm flipH="1">
              <a:off x="-6937578" y="21835"/>
              <a:ext cx="647914" cy="292491"/>
            </a:xfrm>
            <a:custGeom>
              <a:avLst/>
              <a:gdLst/>
              <a:ahLst/>
              <a:cxnLst/>
              <a:rect l="l" t="t" r="r" b="b"/>
              <a:pathLst>
                <a:path w="34047" h="15370" extrusionOk="0">
                  <a:moveTo>
                    <a:pt x="12076" y="1"/>
                  </a:moveTo>
                  <a:cubicBezTo>
                    <a:pt x="8359" y="1"/>
                    <a:pt x="4589" y="859"/>
                    <a:pt x="1059" y="2669"/>
                  </a:cubicBezTo>
                  <a:lnTo>
                    <a:pt x="1059" y="2667"/>
                  </a:lnTo>
                  <a:cubicBezTo>
                    <a:pt x="303" y="3042"/>
                    <a:pt x="0" y="3965"/>
                    <a:pt x="386" y="4717"/>
                  </a:cubicBezTo>
                  <a:cubicBezTo>
                    <a:pt x="653" y="5242"/>
                    <a:pt x="1186" y="5543"/>
                    <a:pt x="1737" y="5543"/>
                  </a:cubicBezTo>
                  <a:cubicBezTo>
                    <a:pt x="1975" y="5543"/>
                    <a:pt x="2216" y="5487"/>
                    <a:pt x="2441" y="5369"/>
                  </a:cubicBezTo>
                  <a:cubicBezTo>
                    <a:pt x="5547" y="3776"/>
                    <a:pt x="8858" y="3020"/>
                    <a:pt x="12118" y="3020"/>
                  </a:cubicBezTo>
                  <a:cubicBezTo>
                    <a:pt x="19808" y="3020"/>
                    <a:pt x="27215" y="7222"/>
                    <a:pt x="30971" y="14545"/>
                  </a:cubicBezTo>
                  <a:cubicBezTo>
                    <a:pt x="31239" y="15069"/>
                    <a:pt x="31769" y="15370"/>
                    <a:pt x="32320" y="15370"/>
                  </a:cubicBezTo>
                  <a:cubicBezTo>
                    <a:pt x="32552" y="15370"/>
                    <a:pt x="32788" y="15316"/>
                    <a:pt x="33009" y="15203"/>
                  </a:cubicBezTo>
                  <a:cubicBezTo>
                    <a:pt x="33753" y="14822"/>
                    <a:pt x="34047" y="13909"/>
                    <a:pt x="33666" y="13166"/>
                  </a:cubicBezTo>
                  <a:cubicBezTo>
                    <a:pt x="30617" y="7223"/>
                    <a:pt x="25436" y="3074"/>
                    <a:pt x="19531" y="1172"/>
                  </a:cubicBezTo>
                  <a:lnTo>
                    <a:pt x="19531" y="1172"/>
                  </a:lnTo>
                  <a:lnTo>
                    <a:pt x="19533" y="1175"/>
                  </a:lnTo>
                  <a:cubicBezTo>
                    <a:pt x="17135" y="402"/>
                    <a:pt x="14618" y="1"/>
                    <a:pt x="120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2474;p58"/>
            <p:cNvSpPr/>
            <p:nvPr/>
          </p:nvSpPr>
          <p:spPr>
            <a:xfrm flipH="1">
              <a:off x="-6832114" y="140315"/>
              <a:ext cx="487986" cy="227903"/>
            </a:xfrm>
            <a:custGeom>
              <a:avLst/>
              <a:gdLst/>
              <a:ahLst/>
              <a:cxnLst/>
              <a:rect l="l" t="t" r="r" b="b"/>
              <a:pathLst>
                <a:path w="25643" h="11976" extrusionOk="0">
                  <a:moveTo>
                    <a:pt x="9223" y="1"/>
                  </a:moveTo>
                  <a:cubicBezTo>
                    <a:pt x="6461" y="1"/>
                    <a:pt x="3659" y="638"/>
                    <a:pt x="1038" y="1982"/>
                  </a:cubicBezTo>
                  <a:cubicBezTo>
                    <a:pt x="295" y="2365"/>
                    <a:pt x="1" y="3280"/>
                    <a:pt x="382" y="4023"/>
                  </a:cubicBezTo>
                  <a:cubicBezTo>
                    <a:pt x="651" y="4546"/>
                    <a:pt x="1182" y="4847"/>
                    <a:pt x="1732" y="4847"/>
                  </a:cubicBezTo>
                  <a:cubicBezTo>
                    <a:pt x="1965" y="4847"/>
                    <a:pt x="2202" y="4793"/>
                    <a:pt x="2423" y="4679"/>
                  </a:cubicBezTo>
                  <a:cubicBezTo>
                    <a:pt x="4617" y="3553"/>
                    <a:pt x="6956" y="3019"/>
                    <a:pt x="9259" y="3019"/>
                  </a:cubicBezTo>
                  <a:cubicBezTo>
                    <a:pt x="14689" y="3019"/>
                    <a:pt x="19917" y="5989"/>
                    <a:pt x="22572" y="11164"/>
                  </a:cubicBezTo>
                  <a:cubicBezTo>
                    <a:pt x="22842" y="11680"/>
                    <a:pt x="23369" y="11975"/>
                    <a:pt x="23914" y="11975"/>
                  </a:cubicBezTo>
                  <a:cubicBezTo>
                    <a:pt x="24147" y="11975"/>
                    <a:pt x="24383" y="11921"/>
                    <a:pt x="24605" y="11808"/>
                  </a:cubicBezTo>
                  <a:cubicBezTo>
                    <a:pt x="25346" y="11429"/>
                    <a:pt x="25642" y="10525"/>
                    <a:pt x="25269" y="9780"/>
                  </a:cubicBezTo>
                  <a:cubicBezTo>
                    <a:pt x="23004" y="5367"/>
                    <a:pt x="19153" y="2285"/>
                    <a:pt x="14766" y="872"/>
                  </a:cubicBezTo>
                  <a:cubicBezTo>
                    <a:pt x="12983" y="299"/>
                    <a:pt x="11112" y="1"/>
                    <a:pt x="9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2475;p58"/>
            <p:cNvSpPr/>
            <p:nvPr/>
          </p:nvSpPr>
          <p:spPr>
            <a:xfrm flipH="1">
              <a:off x="-6726745" y="258910"/>
              <a:ext cx="328553" cy="163468"/>
            </a:xfrm>
            <a:custGeom>
              <a:avLst/>
              <a:gdLst/>
              <a:ahLst/>
              <a:cxnLst/>
              <a:rect l="l" t="t" r="r" b="b"/>
              <a:pathLst>
                <a:path w="17265" h="8590" extrusionOk="0">
                  <a:moveTo>
                    <a:pt x="6391" y="1"/>
                  </a:moveTo>
                  <a:cubicBezTo>
                    <a:pt x="4587" y="1"/>
                    <a:pt x="2757" y="417"/>
                    <a:pt x="1047" y="1295"/>
                  </a:cubicBezTo>
                  <a:lnTo>
                    <a:pt x="1041" y="1293"/>
                  </a:lnTo>
                  <a:cubicBezTo>
                    <a:pt x="295" y="1674"/>
                    <a:pt x="1" y="2588"/>
                    <a:pt x="384" y="3332"/>
                  </a:cubicBezTo>
                  <a:cubicBezTo>
                    <a:pt x="652" y="3856"/>
                    <a:pt x="1184" y="4157"/>
                    <a:pt x="1735" y="4157"/>
                  </a:cubicBezTo>
                  <a:cubicBezTo>
                    <a:pt x="1968" y="4157"/>
                    <a:pt x="2204" y="4103"/>
                    <a:pt x="2425" y="3990"/>
                  </a:cubicBezTo>
                  <a:cubicBezTo>
                    <a:pt x="3673" y="3345"/>
                    <a:pt x="5046" y="3017"/>
                    <a:pt x="6425" y="3017"/>
                  </a:cubicBezTo>
                  <a:cubicBezTo>
                    <a:pt x="7322" y="3017"/>
                    <a:pt x="8222" y="3156"/>
                    <a:pt x="9092" y="3435"/>
                  </a:cubicBezTo>
                  <a:cubicBezTo>
                    <a:pt x="11300" y="4147"/>
                    <a:pt x="13134" y="5707"/>
                    <a:pt x="14188" y="7773"/>
                  </a:cubicBezTo>
                  <a:cubicBezTo>
                    <a:pt x="14459" y="8292"/>
                    <a:pt x="14987" y="8590"/>
                    <a:pt x="15535" y="8590"/>
                  </a:cubicBezTo>
                  <a:cubicBezTo>
                    <a:pt x="15768" y="8590"/>
                    <a:pt x="16004" y="8536"/>
                    <a:pt x="16225" y="8423"/>
                  </a:cubicBezTo>
                  <a:cubicBezTo>
                    <a:pt x="16968" y="8044"/>
                    <a:pt x="17265" y="7136"/>
                    <a:pt x="16890" y="6391"/>
                  </a:cubicBezTo>
                  <a:cubicBezTo>
                    <a:pt x="15410" y="3507"/>
                    <a:pt x="12890" y="1494"/>
                    <a:pt x="10020" y="569"/>
                  </a:cubicBezTo>
                  <a:lnTo>
                    <a:pt x="10020" y="569"/>
                  </a:lnTo>
                  <a:lnTo>
                    <a:pt x="10022" y="573"/>
                  </a:lnTo>
                  <a:cubicBezTo>
                    <a:pt x="8854" y="196"/>
                    <a:pt x="7628" y="1"/>
                    <a:pt x="6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2476;p58"/>
            <p:cNvSpPr/>
            <p:nvPr/>
          </p:nvSpPr>
          <p:spPr>
            <a:xfrm flipH="1">
              <a:off x="-6615134" y="376097"/>
              <a:ext cx="171042" cy="152925"/>
            </a:xfrm>
            <a:custGeom>
              <a:avLst/>
              <a:gdLst/>
              <a:ahLst/>
              <a:cxnLst/>
              <a:rect l="l" t="t" r="r" b="b"/>
              <a:pathLst>
                <a:path w="8988" h="8036" extrusionOk="0">
                  <a:moveTo>
                    <a:pt x="4507" y="1"/>
                  </a:moveTo>
                  <a:cubicBezTo>
                    <a:pt x="2808" y="1"/>
                    <a:pt x="1230" y="1085"/>
                    <a:pt x="680" y="2790"/>
                  </a:cubicBezTo>
                  <a:cubicBezTo>
                    <a:pt x="0" y="4903"/>
                    <a:pt x="1163" y="7167"/>
                    <a:pt x="3276" y="7848"/>
                  </a:cubicBezTo>
                  <a:cubicBezTo>
                    <a:pt x="3678" y="7975"/>
                    <a:pt x="4084" y="8035"/>
                    <a:pt x="4485" y="8035"/>
                  </a:cubicBezTo>
                  <a:cubicBezTo>
                    <a:pt x="6184" y="8035"/>
                    <a:pt x="7762" y="6948"/>
                    <a:pt x="8310" y="5244"/>
                  </a:cubicBezTo>
                  <a:cubicBezTo>
                    <a:pt x="8988" y="3140"/>
                    <a:pt x="7838" y="885"/>
                    <a:pt x="5738" y="195"/>
                  </a:cubicBezTo>
                  <a:lnTo>
                    <a:pt x="5740" y="195"/>
                  </a:lnTo>
                  <a:cubicBezTo>
                    <a:pt x="5330" y="63"/>
                    <a:pt x="4915" y="1"/>
                    <a:pt x="4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" name="Google Shape;2477;p58"/>
          <p:cNvGrpSpPr/>
          <p:nvPr/>
        </p:nvGrpSpPr>
        <p:grpSpPr>
          <a:xfrm>
            <a:off x="7582308" y="3095438"/>
            <a:ext cx="637248" cy="888754"/>
            <a:chOff x="-4256632" y="-1012012"/>
            <a:chExt cx="637248" cy="888754"/>
          </a:xfrm>
        </p:grpSpPr>
        <p:sp>
          <p:nvSpPr>
            <p:cNvPr id="37" name="Google Shape;2478;p58"/>
            <p:cNvSpPr/>
            <p:nvPr/>
          </p:nvSpPr>
          <p:spPr>
            <a:xfrm flipH="1">
              <a:off x="-4126248" y="-1012012"/>
              <a:ext cx="475691" cy="570028"/>
            </a:xfrm>
            <a:custGeom>
              <a:avLst/>
              <a:gdLst/>
              <a:ahLst/>
              <a:cxnLst/>
              <a:rect l="l" t="t" r="r" b="b"/>
              <a:pathLst>
                <a:path w="19121" h="22913" extrusionOk="0">
                  <a:moveTo>
                    <a:pt x="9910" y="2842"/>
                  </a:moveTo>
                  <a:cubicBezTo>
                    <a:pt x="12108" y="2842"/>
                    <a:pt x="13998" y="4404"/>
                    <a:pt x="14368" y="6658"/>
                  </a:cubicBezTo>
                  <a:lnTo>
                    <a:pt x="15653" y="14462"/>
                  </a:lnTo>
                  <a:cubicBezTo>
                    <a:pt x="16066" y="16973"/>
                    <a:pt x="14414" y="19278"/>
                    <a:pt x="11901" y="19689"/>
                  </a:cubicBezTo>
                  <a:lnTo>
                    <a:pt x="9981" y="20006"/>
                  </a:lnTo>
                  <a:cubicBezTo>
                    <a:pt x="9722" y="20049"/>
                    <a:pt x="9466" y="20070"/>
                    <a:pt x="9213" y="20070"/>
                  </a:cubicBezTo>
                  <a:cubicBezTo>
                    <a:pt x="7015" y="20070"/>
                    <a:pt x="5122" y="18507"/>
                    <a:pt x="4752" y="16255"/>
                  </a:cubicBezTo>
                  <a:lnTo>
                    <a:pt x="3469" y="8451"/>
                  </a:lnTo>
                  <a:cubicBezTo>
                    <a:pt x="3056" y="5940"/>
                    <a:pt x="4707" y="3636"/>
                    <a:pt x="7218" y="3221"/>
                  </a:cubicBezTo>
                  <a:lnTo>
                    <a:pt x="9138" y="2906"/>
                  </a:lnTo>
                  <a:cubicBezTo>
                    <a:pt x="9398" y="2863"/>
                    <a:pt x="9656" y="2842"/>
                    <a:pt x="9910" y="2842"/>
                  </a:cubicBezTo>
                  <a:close/>
                  <a:moveTo>
                    <a:pt x="9877" y="0"/>
                  </a:moveTo>
                  <a:cubicBezTo>
                    <a:pt x="9481" y="0"/>
                    <a:pt x="9080" y="32"/>
                    <a:pt x="8677" y="98"/>
                  </a:cubicBezTo>
                  <a:lnTo>
                    <a:pt x="6757" y="416"/>
                  </a:lnTo>
                  <a:cubicBezTo>
                    <a:pt x="2738" y="1079"/>
                    <a:pt x="1" y="4896"/>
                    <a:pt x="661" y="8914"/>
                  </a:cubicBezTo>
                  <a:lnTo>
                    <a:pt x="1944" y="16716"/>
                  </a:lnTo>
                  <a:cubicBezTo>
                    <a:pt x="2540" y="20332"/>
                    <a:pt x="5690" y="22912"/>
                    <a:pt x="9243" y="22912"/>
                  </a:cubicBezTo>
                  <a:cubicBezTo>
                    <a:pt x="9639" y="22912"/>
                    <a:pt x="10040" y="22880"/>
                    <a:pt x="10443" y="22814"/>
                  </a:cubicBezTo>
                  <a:lnTo>
                    <a:pt x="12363" y="22496"/>
                  </a:lnTo>
                  <a:cubicBezTo>
                    <a:pt x="16381" y="21836"/>
                    <a:pt x="19121" y="18016"/>
                    <a:pt x="18458" y="13998"/>
                  </a:cubicBezTo>
                  <a:lnTo>
                    <a:pt x="17175" y="6196"/>
                  </a:lnTo>
                  <a:cubicBezTo>
                    <a:pt x="16579" y="2580"/>
                    <a:pt x="13429" y="0"/>
                    <a:pt x="9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2479;p58"/>
            <p:cNvSpPr/>
            <p:nvPr/>
          </p:nvSpPr>
          <p:spPr>
            <a:xfrm flipH="1">
              <a:off x="-4256632" y="-728115"/>
              <a:ext cx="637248" cy="604857"/>
            </a:xfrm>
            <a:custGeom>
              <a:avLst/>
              <a:gdLst/>
              <a:ahLst/>
              <a:cxnLst/>
              <a:rect l="l" t="t" r="r" b="b"/>
              <a:pathLst>
                <a:path w="25615" h="24313" extrusionOk="0">
                  <a:moveTo>
                    <a:pt x="20546" y="1"/>
                  </a:moveTo>
                  <a:cubicBezTo>
                    <a:pt x="20433" y="1"/>
                    <a:pt x="20318" y="10"/>
                    <a:pt x="20202" y="29"/>
                  </a:cubicBezTo>
                  <a:lnTo>
                    <a:pt x="1914" y="3038"/>
                  </a:lnTo>
                  <a:cubicBezTo>
                    <a:pt x="773" y="3226"/>
                    <a:pt x="0" y="4304"/>
                    <a:pt x="189" y="5445"/>
                  </a:cubicBezTo>
                  <a:lnTo>
                    <a:pt x="3004" y="22558"/>
                  </a:lnTo>
                  <a:cubicBezTo>
                    <a:pt x="3174" y="23584"/>
                    <a:pt x="4062" y="24312"/>
                    <a:pt x="5068" y="24312"/>
                  </a:cubicBezTo>
                  <a:cubicBezTo>
                    <a:pt x="5181" y="24312"/>
                    <a:pt x="5296" y="24303"/>
                    <a:pt x="5412" y="24284"/>
                  </a:cubicBezTo>
                  <a:lnTo>
                    <a:pt x="23700" y="21273"/>
                  </a:lnTo>
                  <a:cubicBezTo>
                    <a:pt x="24841" y="21087"/>
                    <a:pt x="25614" y="20009"/>
                    <a:pt x="25426" y="18868"/>
                  </a:cubicBezTo>
                  <a:lnTo>
                    <a:pt x="22610" y="1755"/>
                  </a:lnTo>
                  <a:cubicBezTo>
                    <a:pt x="22440" y="729"/>
                    <a:pt x="21553" y="1"/>
                    <a:pt x="205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2480;p58"/>
            <p:cNvSpPr/>
            <p:nvPr/>
          </p:nvSpPr>
          <p:spPr>
            <a:xfrm flipH="1">
              <a:off x="-3990048" y="-524230"/>
              <a:ext cx="117523" cy="196660"/>
            </a:xfrm>
            <a:custGeom>
              <a:avLst/>
              <a:gdLst/>
              <a:ahLst/>
              <a:cxnLst/>
              <a:rect l="l" t="t" r="r" b="b"/>
              <a:pathLst>
                <a:path w="4724" h="7905" extrusionOk="0">
                  <a:moveTo>
                    <a:pt x="2341" y="0"/>
                  </a:moveTo>
                  <a:cubicBezTo>
                    <a:pt x="2223" y="0"/>
                    <a:pt x="2104" y="10"/>
                    <a:pt x="1984" y="30"/>
                  </a:cubicBezTo>
                  <a:lnTo>
                    <a:pt x="1986" y="30"/>
                  </a:lnTo>
                  <a:cubicBezTo>
                    <a:pt x="803" y="225"/>
                    <a:pt x="0" y="1340"/>
                    <a:pt x="197" y="2524"/>
                  </a:cubicBezTo>
                  <a:cubicBezTo>
                    <a:pt x="326" y="3309"/>
                    <a:pt x="879" y="3962"/>
                    <a:pt x="1633" y="4220"/>
                  </a:cubicBezTo>
                  <a:cubicBezTo>
                    <a:pt x="1635" y="4239"/>
                    <a:pt x="1635" y="4260"/>
                    <a:pt x="1639" y="4281"/>
                  </a:cubicBezTo>
                  <a:lnTo>
                    <a:pt x="2052" y="6786"/>
                  </a:lnTo>
                  <a:cubicBezTo>
                    <a:pt x="2157" y="7435"/>
                    <a:pt x="2628" y="7905"/>
                    <a:pt x="3142" y="7905"/>
                  </a:cubicBezTo>
                  <a:cubicBezTo>
                    <a:pt x="3188" y="7905"/>
                    <a:pt x="3234" y="7901"/>
                    <a:pt x="3280" y="7893"/>
                  </a:cubicBezTo>
                  <a:cubicBezTo>
                    <a:pt x="3843" y="7800"/>
                    <a:pt x="4205" y="7156"/>
                    <a:pt x="4089" y="6451"/>
                  </a:cubicBezTo>
                  <a:lnTo>
                    <a:pt x="3676" y="3945"/>
                  </a:lnTo>
                  <a:cubicBezTo>
                    <a:pt x="3672" y="3923"/>
                    <a:pt x="3665" y="3904"/>
                    <a:pt x="3663" y="3885"/>
                  </a:cubicBezTo>
                  <a:cubicBezTo>
                    <a:pt x="4451" y="3278"/>
                    <a:pt x="4724" y="2215"/>
                    <a:pt x="4326" y="1302"/>
                  </a:cubicBezTo>
                  <a:cubicBezTo>
                    <a:pt x="3978" y="503"/>
                    <a:pt x="3191" y="0"/>
                    <a:pt x="2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0" name="Google Shape;2481;p58"/>
          <p:cNvGrpSpPr/>
          <p:nvPr/>
        </p:nvGrpSpPr>
        <p:grpSpPr>
          <a:xfrm>
            <a:off x="5999788" y="3148743"/>
            <a:ext cx="857397" cy="829955"/>
            <a:chOff x="-6867852" y="919118"/>
            <a:chExt cx="857397" cy="829955"/>
          </a:xfrm>
        </p:grpSpPr>
        <p:sp>
          <p:nvSpPr>
            <p:cNvPr id="41" name="Google Shape;2482;p58"/>
            <p:cNvSpPr/>
            <p:nvPr/>
          </p:nvSpPr>
          <p:spPr>
            <a:xfrm flipH="1">
              <a:off x="-6867852" y="987036"/>
              <a:ext cx="857397" cy="762037"/>
            </a:xfrm>
            <a:custGeom>
              <a:avLst/>
              <a:gdLst/>
              <a:ahLst/>
              <a:cxnLst/>
              <a:rect l="l" t="t" r="r" b="b"/>
              <a:pathLst>
                <a:path w="45055" h="40044" extrusionOk="0">
                  <a:moveTo>
                    <a:pt x="27917" y="1"/>
                  </a:moveTo>
                  <a:cubicBezTo>
                    <a:pt x="22680" y="1"/>
                    <a:pt x="11433" y="2252"/>
                    <a:pt x="11433" y="2252"/>
                  </a:cubicBezTo>
                  <a:cubicBezTo>
                    <a:pt x="10101" y="2398"/>
                    <a:pt x="8691" y="2457"/>
                    <a:pt x="8221" y="3764"/>
                  </a:cubicBezTo>
                  <a:lnTo>
                    <a:pt x="472" y="25293"/>
                  </a:lnTo>
                  <a:cubicBezTo>
                    <a:pt x="0" y="26598"/>
                    <a:pt x="678" y="28037"/>
                    <a:pt x="1984" y="28505"/>
                  </a:cubicBezTo>
                  <a:lnTo>
                    <a:pt x="33623" y="39894"/>
                  </a:lnTo>
                  <a:cubicBezTo>
                    <a:pt x="33905" y="39996"/>
                    <a:pt x="34193" y="40044"/>
                    <a:pt x="34476" y="40044"/>
                  </a:cubicBezTo>
                  <a:cubicBezTo>
                    <a:pt x="35505" y="40044"/>
                    <a:pt x="36470" y="39406"/>
                    <a:pt x="36835" y="38382"/>
                  </a:cubicBezTo>
                  <a:lnTo>
                    <a:pt x="44584" y="16852"/>
                  </a:lnTo>
                  <a:cubicBezTo>
                    <a:pt x="45054" y="15544"/>
                    <a:pt x="44042" y="14637"/>
                    <a:pt x="43072" y="13640"/>
                  </a:cubicBezTo>
                  <a:cubicBezTo>
                    <a:pt x="43072" y="13640"/>
                    <a:pt x="33071" y="1331"/>
                    <a:pt x="30028" y="234"/>
                  </a:cubicBezTo>
                  <a:cubicBezTo>
                    <a:pt x="29573" y="70"/>
                    <a:pt x="28838" y="1"/>
                    <a:pt x="27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483;p58"/>
            <p:cNvSpPr/>
            <p:nvPr/>
          </p:nvSpPr>
          <p:spPr>
            <a:xfrm flipH="1">
              <a:off x="-6840126" y="919118"/>
              <a:ext cx="714577" cy="608922"/>
            </a:xfrm>
            <a:custGeom>
              <a:avLst/>
              <a:gdLst/>
              <a:ahLst/>
              <a:cxnLst/>
              <a:rect l="l" t="t" r="r" b="b"/>
              <a:pathLst>
                <a:path w="37550" h="31998" extrusionOk="0">
                  <a:moveTo>
                    <a:pt x="7400" y="1"/>
                  </a:moveTo>
                  <a:lnTo>
                    <a:pt x="1" y="20561"/>
                  </a:lnTo>
                  <a:lnTo>
                    <a:pt x="31780" y="31998"/>
                  </a:lnTo>
                  <a:lnTo>
                    <a:pt x="37549" y="15969"/>
                  </a:lnTo>
                  <a:lnTo>
                    <a:pt x="34496" y="975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484;p58"/>
            <p:cNvSpPr/>
            <p:nvPr/>
          </p:nvSpPr>
          <p:spPr>
            <a:xfrm flipH="1">
              <a:off x="-6711445" y="1058646"/>
              <a:ext cx="700989" cy="690427"/>
            </a:xfrm>
            <a:custGeom>
              <a:avLst/>
              <a:gdLst/>
              <a:ahLst/>
              <a:cxnLst/>
              <a:rect l="l" t="t" r="r" b="b"/>
              <a:pathLst>
                <a:path w="36836" h="36281" extrusionOk="0">
                  <a:moveTo>
                    <a:pt x="8221" y="1"/>
                  </a:moveTo>
                  <a:lnTo>
                    <a:pt x="472" y="21530"/>
                  </a:lnTo>
                  <a:cubicBezTo>
                    <a:pt x="0" y="22835"/>
                    <a:pt x="678" y="24274"/>
                    <a:pt x="1984" y="24742"/>
                  </a:cubicBezTo>
                  <a:lnTo>
                    <a:pt x="33623" y="36131"/>
                  </a:lnTo>
                  <a:cubicBezTo>
                    <a:pt x="33905" y="36233"/>
                    <a:pt x="34193" y="36281"/>
                    <a:pt x="34476" y="36281"/>
                  </a:cubicBezTo>
                  <a:cubicBezTo>
                    <a:pt x="35505" y="36281"/>
                    <a:pt x="36470" y="35643"/>
                    <a:pt x="36835" y="34619"/>
                  </a:cubicBezTo>
                  <a:lnTo>
                    <a:pt x="82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485;p58"/>
            <p:cNvSpPr/>
            <p:nvPr/>
          </p:nvSpPr>
          <p:spPr>
            <a:xfrm flipH="1">
              <a:off x="-6858889" y="1307730"/>
              <a:ext cx="848434" cy="441344"/>
            </a:xfrm>
            <a:custGeom>
              <a:avLst/>
              <a:gdLst/>
              <a:ahLst/>
              <a:cxnLst/>
              <a:rect l="l" t="t" r="r" b="b"/>
              <a:pathLst>
                <a:path w="44584" h="23192" extrusionOk="0">
                  <a:moveTo>
                    <a:pt x="44584" y="0"/>
                  </a:moveTo>
                  <a:lnTo>
                    <a:pt x="472" y="8441"/>
                  </a:lnTo>
                  <a:cubicBezTo>
                    <a:pt x="0" y="9746"/>
                    <a:pt x="678" y="11185"/>
                    <a:pt x="1984" y="11653"/>
                  </a:cubicBezTo>
                  <a:lnTo>
                    <a:pt x="33625" y="23042"/>
                  </a:lnTo>
                  <a:cubicBezTo>
                    <a:pt x="33907" y="23144"/>
                    <a:pt x="34195" y="23192"/>
                    <a:pt x="34478" y="23192"/>
                  </a:cubicBezTo>
                  <a:cubicBezTo>
                    <a:pt x="35506" y="23192"/>
                    <a:pt x="36470" y="22554"/>
                    <a:pt x="36835" y="21530"/>
                  </a:cubicBezTo>
                  <a:lnTo>
                    <a:pt x="445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486;p58"/>
            <p:cNvSpPr/>
            <p:nvPr/>
          </p:nvSpPr>
          <p:spPr>
            <a:xfrm flipH="1">
              <a:off x="-6833789" y="1309366"/>
              <a:ext cx="396471" cy="76253"/>
            </a:xfrm>
            <a:custGeom>
              <a:avLst/>
              <a:gdLst/>
              <a:ahLst/>
              <a:cxnLst/>
              <a:rect l="l" t="t" r="r" b="b"/>
              <a:pathLst>
                <a:path w="20834" h="4007" extrusionOk="0">
                  <a:moveTo>
                    <a:pt x="20607" y="0"/>
                  </a:moveTo>
                  <a:cubicBezTo>
                    <a:pt x="20595" y="0"/>
                    <a:pt x="20584" y="1"/>
                    <a:pt x="20571" y="3"/>
                  </a:cubicBezTo>
                  <a:lnTo>
                    <a:pt x="183" y="3592"/>
                  </a:lnTo>
                  <a:cubicBezTo>
                    <a:pt x="75" y="3611"/>
                    <a:pt x="1" y="3708"/>
                    <a:pt x="11" y="3816"/>
                  </a:cubicBezTo>
                  <a:cubicBezTo>
                    <a:pt x="20" y="3924"/>
                    <a:pt x="109" y="4007"/>
                    <a:pt x="219" y="4007"/>
                  </a:cubicBezTo>
                  <a:cubicBezTo>
                    <a:pt x="229" y="4007"/>
                    <a:pt x="242" y="4007"/>
                    <a:pt x="255" y="4004"/>
                  </a:cubicBezTo>
                  <a:lnTo>
                    <a:pt x="20643" y="416"/>
                  </a:lnTo>
                  <a:cubicBezTo>
                    <a:pt x="20758" y="395"/>
                    <a:pt x="20834" y="287"/>
                    <a:pt x="20813" y="172"/>
                  </a:cubicBezTo>
                  <a:cubicBezTo>
                    <a:pt x="20796" y="70"/>
                    <a:pt x="20708" y="0"/>
                    <a:pt x="20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487;p58"/>
            <p:cNvSpPr/>
            <p:nvPr/>
          </p:nvSpPr>
          <p:spPr>
            <a:xfrm flipH="1">
              <a:off x="-6716640" y="1377265"/>
              <a:ext cx="701560" cy="344177"/>
            </a:xfrm>
            <a:custGeom>
              <a:avLst/>
              <a:gdLst/>
              <a:ahLst/>
              <a:cxnLst/>
              <a:rect l="l" t="t" r="r" b="b"/>
              <a:pathLst>
                <a:path w="36866" h="18086" extrusionOk="0">
                  <a:moveTo>
                    <a:pt x="22489" y="0"/>
                  </a:moveTo>
                  <a:lnTo>
                    <a:pt x="187" y="4580"/>
                  </a:lnTo>
                  <a:cubicBezTo>
                    <a:pt x="75" y="4603"/>
                    <a:pt x="1" y="4713"/>
                    <a:pt x="24" y="4828"/>
                  </a:cubicBezTo>
                  <a:cubicBezTo>
                    <a:pt x="44" y="4927"/>
                    <a:pt x="132" y="4995"/>
                    <a:pt x="229" y="4995"/>
                  </a:cubicBezTo>
                  <a:cubicBezTo>
                    <a:pt x="243" y="4995"/>
                    <a:pt x="257" y="4994"/>
                    <a:pt x="272" y="4991"/>
                  </a:cubicBezTo>
                  <a:lnTo>
                    <a:pt x="22324" y="458"/>
                  </a:lnTo>
                  <a:lnTo>
                    <a:pt x="36429" y="18005"/>
                  </a:lnTo>
                  <a:cubicBezTo>
                    <a:pt x="36469" y="18054"/>
                    <a:pt x="36529" y="18083"/>
                    <a:pt x="36592" y="18083"/>
                  </a:cubicBezTo>
                  <a:lnTo>
                    <a:pt x="36590" y="18085"/>
                  </a:lnTo>
                  <a:cubicBezTo>
                    <a:pt x="36766" y="18085"/>
                    <a:pt x="36865" y="17882"/>
                    <a:pt x="36755" y="17745"/>
                  </a:cubicBezTo>
                  <a:lnTo>
                    <a:pt x="22570" y="100"/>
                  </a:lnTo>
                  <a:lnTo>
                    <a:pt x="224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488;p58"/>
            <p:cNvSpPr/>
            <p:nvPr/>
          </p:nvSpPr>
          <p:spPr>
            <a:xfrm flipH="1">
              <a:off x="-6718962" y="1002241"/>
              <a:ext cx="432894" cy="172621"/>
            </a:xfrm>
            <a:custGeom>
              <a:avLst/>
              <a:gdLst/>
              <a:ahLst/>
              <a:cxnLst/>
              <a:rect l="l" t="t" r="r" b="b"/>
              <a:pathLst>
                <a:path w="22748" h="9071" extrusionOk="0">
                  <a:moveTo>
                    <a:pt x="367" y="0"/>
                  </a:moveTo>
                  <a:lnTo>
                    <a:pt x="1" y="1017"/>
                  </a:lnTo>
                  <a:lnTo>
                    <a:pt x="22382" y="9071"/>
                  </a:lnTo>
                  <a:lnTo>
                    <a:pt x="22748" y="8052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489;p58"/>
            <p:cNvSpPr/>
            <p:nvPr/>
          </p:nvSpPr>
          <p:spPr>
            <a:xfrm flipH="1">
              <a:off x="-6703129" y="1046163"/>
              <a:ext cx="432856" cy="172621"/>
            </a:xfrm>
            <a:custGeom>
              <a:avLst/>
              <a:gdLst/>
              <a:ahLst/>
              <a:cxnLst/>
              <a:rect l="l" t="t" r="r" b="b"/>
              <a:pathLst>
                <a:path w="22746" h="9071" extrusionOk="0">
                  <a:moveTo>
                    <a:pt x="365" y="0"/>
                  </a:moveTo>
                  <a:lnTo>
                    <a:pt x="1" y="1019"/>
                  </a:lnTo>
                  <a:lnTo>
                    <a:pt x="22380" y="9070"/>
                  </a:lnTo>
                  <a:lnTo>
                    <a:pt x="22746" y="8054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490;p58"/>
            <p:cNvSpPr/>
            <p:nvPr/>
          </p:nvSpPr>
          <p:spPr>
            <a:xfrm flipH="1">
              <a:off x="-6687334" y="1090122"/>
              <a:ext cx="432894" cy="172621"/>
            </a:xfrm>
            <a:custGeom>
              <a:avLst/>
              <a:gdLst/>
              <a:ahLst/>
              <a:cxnLst/>
              <a:rect l="l" t="t" r="r" b="b"/>
              <a:pathLst>
                <a:path w="22748" h="9071" extrusionOk="0">
                  <a:moveTo>
                    <a:pt x="367" y="0"/>
                  </a:moveTo>
                  <a:lnTo>
                    <a:pt x="1" y="1016"/>
                  </a:lnTo>
                  <a:lnTo>
                    <a:pt x="22382" y="9070"/>
                  </a:lnTo>
                  <a:lnTo>
                    <a:pt x="22748" y="8052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491;p58"/>
            <p:cNvSpPr/>
            <p:nvPr/>
          </p:nvSpPr>
          <p:spPr>
            <a:xfrm flipH="1">
              <a:off x="-6671501" y="1134024"/>
              <a:ext cx="432856" cy="172621"/>
            </a:xfrm>
            <a:custGeom>
              <a:avLst/>
              <a:gdLst/>
              <a:ahLst/>
              <a:cxnLst/>
              <a:rect l="l" t="t" r="r" b="b"/>
              <a:pathLst>
                <a:path w="22746" h="9071" extrusionOk="0">
                  <a:moveTo>
                    <a:pt x="367" y="1"/>
                  </a:moveTo>
                  <a:lnTo>
                    <a:pt x="1" y="1019"/>
                  </a:lnTo>
                  <a:lnTo>
                    <a:pt x="22380" y="9071"/>
                  </a:lnTo>
                  <a:lnTo>
                    <a:pt x="22746" y="8055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92;p58"/>
            <p:cNvSpPr/>
            <p:nvPr/>
          </p:nvSpPr>
          <p:spPr>
            <a:xfrm flipH="1">
              <a:off x="-6840126" y="1104737"/>
              <a:ext cx="89137" cy="118271"/>
            </a:xfrm>
            <a:custGeom>
              <a:avLst/>
              <a:gdLst/>
              <a:ahLst/>
              <a:cxnLst/>
              <a:rect l="l" t="t" r="r" b="b"/>
              <a:pathLst>
                <a:path w="4684" h="6215" extrusionOk="0">
                  <a:moveTo>
                    <a:pt x="1630" y="1"/>
                  </a:moveTo>
                  <a:lnTo>
                    <a:pt x="0" y="4529"/>
                  </a:lnTo>
                  <a:lnTo>
                    <a:pt x="4683" y="6215"/>
                  </a:lnTo>
                  <a:lnTo>
                    <a:pt x="4683" y="6215"/>
                  </a:lnTo>
                  <a:lnTo>
                    <a:pt x="16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omputer Security for Kids by Slidesgo ">
  <a:themeElements>
    <a:clrScheme name="Simple Light">
      <a:dk1>
        <a:srgbClr val="0B2140"/>
      </a:dk1>
      <a:lt1>
        <a:srgbClr val="FFFFFF"/>
      </a:lt1>
      <a:dk2>
        <a:srgbClr val="E2ECF7"/>
      </a:dk2>
      <a:lt2>
        <a:srgbClr val="99AFD6"/>
      </a:lt2>
      <a:accent1>
        <a:srgbClr val="6F90C1"/>
      </a:accent1>
      <a:accent2>
        <a:srgbClr val="5899F9"/>
      </a:accent2>
      <a:accent3>
        <a:srgbClr val="964727"/>
      </a:accent3>
      <a:accent4>
        <a:srgbClr val="C5673C"/>
      </a:accent4>
      <a:accent5>
        <a:srgbClr val="76A87E"/>
      </a:accent5>
      <a:accent6>
        <a:srgbClr val="5B8960"/>
      </a:accent6>
      <a:hlink>
        <a:srgbClr val="0B21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1563</Words>
  <Application>WPS Presentation</Application>
  <PresentationFormat/>
  <Paragraphs>97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SimSun</vt:lpstr>
      <vt:lpstr>Wingdings</vt:lpstr>
      <vt:lpstr>Arial</vt:lpstr>
      <vt:lpstr>IBM Plex Sans</vt:lpstr>
      <vt:lpstr>Bai Jamjuree</vt:lpstr>
      <vt:lpstr>Cabin</vt:lpstr>
      <vt:lpstr>Segoe Print</vt:lpstr>
      <vt:lpstr>PT Sans</vt:lpstr>
      <vt:lpstr>Passion One</vt:lpstr>
      <vt:lpstr>Yu Gothic UI</vt:lpstr>
      <vt:lpstr>Proxima Nova</vt:lpstr>
      <vt:lpstr>Wingdings</vt:lpstr>
      <vt:lpstr>Microsoft YaHei</vt:lpstr>
      <vt:lpstr>Arial Unicode MS</vt:lpstr>
      <vt:lpstr>Calibri</vt:lpstr>
      <vt:lpstr>Amatic SC</vt:lpstr>
      <vt:lpstr>Roboto Medium</vt:lpstr>
      <vt:lpstr>Wide Latin</vt:lpstr>
      <vt:lpstr>Computer Security for Kids by Slidesgo </vt:lpstr>
      <vt:lpstr>SecureMe-Platform to Secure your Daily Life</vt:lpstr>
      <vt:lpstr>Introduction</vt:lpstr>
      <vt:lpstr>Objectives</vt:lpstr>
      <vt:lpstr>Module Architecture</vt:lpstr>
      <vt:lpstr>Module Architecture</vt:lpstr>
      <vt:lpstr>PowerPoint 演示文稿</vt:lpstr>
      <vt:lpstr>Tools &amp; Technologies Used</vt:lpstr>
      <vt:lpstr>System Workflow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SecureMe-Platform to Secure your Daily Life</dc:title>
  <dc:creator/>
  <cp:lastModifiedBy>Amritanshu Kumar</cp:lastModifiedBy>
  <cp:revision>33</cp:revision>
  <dcterms:created xsi:type="dcterms:W3CDTF">2025-11-13T17:23:00Z</dcterms:created>
  <dcterms:modified xsi:type="dcterms:W3CDTF">2025-11-14T10:08:31Z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0294D98277D24156870CE97F6D73897B_12</vt:lpwstr>
  </property>
  <property fmtid="{D5CDD505-2E9C-101B-9397-08002B2CF9AE}" pid="3" name="KSOProductBuildVer">
    <vt:lpwstr>1033-12.2.0.23155</vt:lpwstr>
  </property>
</Properties>
</file>